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6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6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2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2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4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01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4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3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0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BD1BE-0213-4590-AC11-60A1AE61465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DE4FB-340D-4D5B-8E0B-3BCAAB14D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3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404847" y="546763"/>
            <a:ext cx="9742517" cy="5847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Estimator For Energy Management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7773" y="3667102"/>
            <a:ext cx="3192087" cy="418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AC-WLS State Estimation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45978" y="2175806"/>
            <a:ext cx="2011680" cy="4181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With PMU Data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45978" y="2901972"/>
            <a:ext cx="2377440" cy="4181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Without PMU Data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345978" y="3625643"/>
            <a:ext cx="2909454" cy="4181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With Some </a:t>
            </a:r>
            <a:r>
              <a:rPr lang="en-US" dirty="0"/>
              <a:t>Wrong Data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312727" y="4349314"/>
            <a:ext cx="3524597" cy="41812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True + Skipped Measurements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12727" y="5072985"/>
            <a:ext cx="2643448" cy="4181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Totally Wrong Data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304414" y="5796656"/>
            <a:ext cx="1862051" cy="41812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Noisy Data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 flipH="1">
            <a:off x="897773" y="4412750"/>
            <a:ext cx="3192087" cy="418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Observability </a:t>
            </a:r>
            <a:r>
              <a:rPr lang="en-US" dirty="0" smtClean="0"/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147" y="5158398"/>
            <a:ext cx="4389120" cy="4181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Bad Data Detection and Identification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31825" y="1454066"/>
            <a:ext cx="4405746" cy="41812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Comparison With Different Data Sets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7773" y="2175806"/>
            <a:ext cx="1371599" cy="418128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IEEE CDF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93816" y="2177383"/>
            <a:ext cx="1712422" cy="418128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</a:t>
            </a:r>
            <a:r>
              <a:rPr lang="en-US" dirty="0" smtClean="0">
                <a:solidFill>
                  <a:schemeClr val="bg1"/>
                </a:solidFill>
              </a:rPr>
              <a:t>easurement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1147" y="2916462"/>
            <a:ext cx="2367956" cy="418128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 wrap="none" rtlCol="0">
            <a:spAutoFit/>
          </a:bodyPr>
          <a:lstStyle/>
          <a:p>
            <a:r>
              <a:rPr lang="en-US" dirty="0" smtClean="0"/>
              <a:t>Parsing Useful Data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81147" y="5897477"/>
            <a:ext cx="1047401" cy="418128"/>
          </a:xfrm>
          <a:prstGeom prst="rect">
            <a:avLst/>
          </a:prstGeom>
          <a:ln w="25400" cmpd="sng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1147" y="6667877"/>
            <a:ext cx="6966068" cy="2372894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Text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Network Information (No. of Buses and Branches)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Measurement Information (Type and No. of measurements)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Filter measurements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Estimated States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Observability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Bad Data Detection and Identification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4414" y="6667877"/>
            <a:ext cx="3532910" cy="10697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Graphical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Residuals Values Plot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Normalized Residuals 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73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89</Words>
  <Application>Microsoft Office PowerPoint</Application>
  <PresentationFormat>A3 Paper (297x420 mm)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</dc:creator>
  <cp:lastModifiedBy>Rana</cp:lastModifiedBy>
  <cp:revision>56</cp:revision>
  <dcterms:created xsi:type="dcterms:W3CDTF">2026-05-21T16:07:27Z</dcterms:created>
  <dcterms:modified xsi:type="dcterms:W3CDTF">2026-05-31T13:08:13Z</dcterms:modified>
</cp:coreProperties>
</file>