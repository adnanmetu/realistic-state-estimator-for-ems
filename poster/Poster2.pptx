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6" r:id="rId2"/>
  </p:sldIdLst>
  <p:sldSz cx="12801600" cy="9601200" type="A3"/>
  <p:notesSz cx="6858000" cy="9144000"/>
  <p:defaultTextStyle>
    <a:defPPr>
      <a:defRPr lang="en-US"/>
    </a:defPPr>
    <a:lvl1pPr marL="0" algn="l" defTabSz="1075081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1pPr>
    <a:lvl2pPr marL="537540" algn="l" defTabSz="1075081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2pPr>
    <a:lvl3pPr marL="1075081" algn="l" defTabSz="1075081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3pPr>
    <a:lvl4pPr marL="1612621" algn="l" defTabSz="1075081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4pPr>
    <a:lvl5pPr marL="2150161" algn="l" defTabSz="1075081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5pPr>
    <a:lvl6pPr marL="2687700" algn="l" defTabSz="1075081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6pPr>
    <a:lvl7pPr marL="3225240" algn="l" defTabSz="1075081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7pPr>
    <a:lvl8pPr marL="3762780" algn="l" defTabSz="1075081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8pPr>
    <a:lvl9pPr marL="4300320" algn="l" defTabSz="1075081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57" d="100"/>
          <a:sy n="57" d="100"/>
        </p:scale>
        <p:origin x="38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smtClean="0">
                <a:latin typeface="Arial Black" panose="020B0A04020102020204" pitchFamily="34" charset="0"/>
              </a:rPr>
              <a:t>Normalized</a:t>
            </a:r>
            <a:r>
              <a:rPr lang="en-US" baseline="0" dirty="0" smtClean="0">
                <a:latin typeface="Arial Black" panose="020B0A04020102020204" pitchFamily="34" charset="0"/>
              </a:rPr>
              <a:t> Residuals</a:t>
            </a:r>
            <a:endParaRPr lang="en-US" dirty="0">
              <a:latin typeface="Arial Black" panose="020B0A04020102020204" pitchFamily="34" charset="0"/>
            </a:endParaRPr>
          </a:p>
        </c:rich>
      </c:tx>
      <c:layout>
        <c:manualLayout>
          <c:xMode val="edge"/>
          <c:yMode val="edge"/>
          <c:x val="0.39372756832136002"/>
          <c:y val="4.493465497615117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0123831206785486"/>
          <c:y val="1.9185234479076236E-2"/>
          <c:w val="0.87395033502430608"/>
          <c:h val="0.6421385289155774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nr1</c:v>
                </c:pt>
                <c:pt idx="1">
                  <c:v>nr2</c:v>
                </c:pt>
                <c:pt idx="2">
                  <c:v>nr3</c:v>
                </c:pt>
                <c:pt idx="3">
                  <c:v>nr4</c:v>
                </c:pt>
                <c:pt idx="4">
                  <c:v>nr5</c:v>
                </c:pt>
                <c:pt idx="5">
                  <c:v>nr6</c:v>
                </c:pt>
                <c:pt idx="6">
                  <c:v>nr7</c:v>
                </c:pt>
                <c:pt idx="7">
                  <c:v>nr8</c:v>
                </c:pt>
                <c:pt idx="8">
                  <c:v>nr9</c:v>
                </c:pt>
                <c:pt idx="9">
                  <c:v>nr10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8.0000000000000002E-3</c:v>
                </c:pt>
                <c:pt idx="1">
                  <c:v>8.9999999999999993E-3</c:v>
                </c:pt>
                <c:pt idx="2">
                  <c:v>2.3E-2</c:v>
                </c:pt>
                <c:pt idx="3">
                  <c:v>1.2999999999999999E-2</c:v>
                </c:pt>
                <c:pt idx="4">
                  <c:v>1.9E-2</c:v>
                </c:pt>
                <c:pt idx="5">
                  <c:v>1.7000000000000001E-2</c:v>
                </c:pt>
                <c:pt idx="6">
                  <c:v>8.0000000000000002E-3</c:v>
                </c:pt>
                <c:pt idx="7">
                  <c:v>1.9E-2</c:v>
                </c:pt>
                <c:pt idx="8">
                  <c:v>1.2999999999999999E-2</c:v>
                </c:pt>
                <c:pt idx="9">
                  <c:v>1.2999999999999999E-2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-1840136176"/>
        <c:axId val="-1840152496"/>
      </c:barChart>
      <c:catAx>
        <c:axId val="-18401361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840152496"/>
        <c:crosses val="autoZero"/>
        <c:auto val="1"/>
        <c:lblAlgn val="ctr"/>
        <c:lblOffset val="100"/>
        <c:noMultiLvlLbl val="0"/>
      </c:catAx>
      <c:valAx>
        <c:axId val="-18401524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8401361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5F5783E-99A8-4E2D-BE4B-5315079AF5B2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889E0A0-EA24-418A-8B54-AF4487726AD4}">
      <dgm:prSet phldrT="[Text]"/>
      <dgm:spPr>
        <a:solidFill>
          <a:schemeClr val="accent5">
            <a:lumMod val="50000"/>
          </a:schemeClr>
        </a:solidFill>
        <a:scene3d>
          <a:camera prst="orthographicFront"/>
          <a:lightRig rig="threePt" dir="t"/>
        </a:scene3d>
        <a:sp3d>
          <a:bevelT h="6350"/>
        </a:sp3d>
      </dgm:spPr>
      <dgm:t>
        <a:bodyPr/>
        <a:lstStyle/>
        <a:p>
          <a:r>
            <a:rPr lang="en-US" dirty="0" smtClean="0">
              <a:latin typeface="Bell MT" panose="02020503060305020303" pitchFamily="18" charset="0"/>
            </a:rPr>
            <a:t>Parsing Input Files (CDF, Measurement)</a:t>
          </a:r>
          <a:endParaRPr lang="en-US" dirty="0">
            <a:latin typeface="Bell MT" panose="02020503060305020303" pitchFamily="18" charset="0"/>
          </a:endParaRPr>
        </a:p>
      </dgm:t>
    </dgm:pt>
    <dgm:pt modelId="{5AE3F571-5341-43BC-B3DB-11B7FE2CC67C}" type="parTrans" cxnId="{8BFF6774-C926-471B-954A-0B96EA3B034C}">
      <dgm:prSet/>
      <dgm:spPr/>
      <dgm:t>
        <a:bodyPr/>
        <a:lstStyle/>
        <a:p>
          <a:endParaRPr lang="en-US"/>
        </a:p>
      </dgm:t>
    </dgm:pt>
    <dgm:pt modelId="{D96B8677-12FF-4C59-B00F-32CF91EF44F3}" type="sibTrans" cxnId="{8BFF6774-C926-471B-954A-0B96EA3B034C}">
      <dgm:prSet/>
      <dgm:spPr>
        <a:solidFill>
          <a:srgbClr val="00B0F0"/>
        </a:solidFill>
        <a:scene3d>
          <a:camera prst="orthographicFront"/>
          <a:lightRig rig="threePt" dir="t"/>
        </a:scene3d>
        <a:sp3d>
          <a:bevelT h="6350"/>
        </a:sp3d>
      </dgm:spPr>
      <dgm:t>
        <a:bodyPr/>
        <a:lstStyle/>
        <a:p>
          <a:endParaRPr lang="en-US"/>
        </a:p>
      </dgm:t>
    </dgm:pt>
    <dgm:pt modelId="{38DCA8D2-53BC-426E-8028-9A5B8DB9688D}">
      <dgm:prSet phldrT="[Text]"/>
      <dgm:spPr>
        <a:solidFill>
          <a:schemeClr val="accent5">
            <a:lumMod val="50000"/>
          </a:schemeClr>
        </a:solidFill>
        <a:scene3d>
          <a:camera prst="orthographicFront"/>
          <a:lightRig rig="threePt" dir="t"/>
        </a:scene3d>
        <a:sp3d>
          <a:bevelT h="6350"/>
        </a:sp3d>
      </dgm:spPr>
      <dgm:t>
        <a:bodyPr/>
        <a:lstStyle/>
        <a:p>
          <a:r>
            <a:rPr lang="en-US" dirty="0" smtClean="0">
              <a:latin typeface="Bell MT" panose="02020503060305020303" pitchFamily="18" charset="0"/>
            </a:rPr>
            <a:t>Process Parsed Data (Ybus &amp; Power Meas.)</a:t>
          </a:r>
          <a:endParaRPr lang="en-US" dirty="0">
            <a:latin typeface="Bell MT" panose="02020503060305020303" pitchFamily="18" charset="0"/>
          </a:endParaRPr>
        </a:p>
      </dgm:t>
    </dgm:pt>
    <dgm:pt modelId="{B9D3F50D-8AC3-4D9F-8E79-8CFC046EFEE6}" type="parTrans" cxnId="{91F672DF-CB0C-44F6-907C-E21D979871F1}">
      <dgm:prSet/>
      <dgm:spPr/>
      <dgm:t>
        <a:bodyPr/>
        <a:lstStyle/>
        <a:p>
          <a:endParaRPr lang="en-US"/>
        </a:p>
      </dgm:t>
    </dgm:pt>
    <dgm:pt modelId="{1D31901C-A2E9-489D-852F-C153BD333BCB}" type="sibTrans" cxnId="{91F672DF-CB0C-44F6-907C-E21D979871F1}">
      <dgm:prSet/>
      <dgm:spPr>
        <a:solidFill>
          <a:srgbClr val="00B0F0"/>
        </a:solidFill>
        <a:scene3d>
          <a:camera prst="orthographicFront"/>
          <a:lightRig rig="threePt" dir="t"/>
        </a:scene3d>
        <a:sp3d>
          <a:bevelT h="6350"/>
        </a:sp3d>
      </dgm:spPr>
      <dgm:t>
        <a:bodyPr/>
        <a:lstStyle/>
        <a:p>
          <a:endParaRPr lang="en-US"/>
        </a:p>
      </dgm:t>
    </dgm:pt>
    <dgm:pt modelId="{3910205D-8DFF-4BE6-9EC3-4FE0A7C92284}">
      <dgm:prSet phldrT="[Text]"/>
      <dgm:spPr>
        <a:solidFill>
          <a:schemeClr val="accent5">
            <a:lumMod val="50000"/>
          </a:schemeClr>
        </a:solidFill>
        <a:scene3d>
          <a:camera prst="orthographicFront"/>
          <a:lightRig rig="threePt" dir="t"/>
        </a:scene3d>
        <a:sp3d>
          <a:bevelT h="6350"/>
        </a:sp3d>
      </dgm:spPr>
      <dgm:t>
        <a:bodyPr/>
        <a:lstStyle/>
        <a:p>
          <a:r>
            <a:rPr lang="en-US" dirty="0" smtClean="0">
              <a:latin typeface="Bell MT" panose="02020503060305020303" pitchFamily="18" charset="0"/>
            </a:rPr>
            <a:t>Observability Analysis (Rank of H or G)</a:t>
          </a:r>
          <a:endParaRPr lang="en-US" dirty="0">
            <a:latin typeface="Bell MT" panose="02020503060305020303" pitchFamily="18" charset="0"/>
          </a:endParaRPr>
        </a:p>
      </dgm:t>
    </dgm:pt>
    <dgm:pt modelId="{22EECE74-EC06-4019-B9CF-AB96F628D322}" type="parTrans" cxnId="{980CAB64-A2DE-4C89-9D35-A66637DBC444}">
      <dgm:prSet/>
      <dgm:spPr/>
      <dgm:t>
        <a:bodyPr/>
        <a:lstStyle/>
        <a:p>
          <a:endParaRPr lang="en-US"/>
        </a:p>
      </dgm:t>
    </dgm:pt>
    <dgm:pt modelId="{18FA7C7D-56C3-4E0F-B400-6628676B5A6F}" type="sibTrans" cxnId="{980CAB64-A2DE-4C89-9D35-A66637DBC444}">
      <dgm:prSet/>
      <dgm:spPr>
        <a:solidFill>
          <a:srgbClr val="00B0F0"/>
        </a:solidFill>
        <a:scene3d>
          <a:camera prst="orthographicFront"/>
          <a:lightRig rig="threePt" dir="t"/>
        </a:scene3d>
        <a:sp3d>
          <a:bevelT h="6350"/>
        </a:sp3d>
      </dgm:spPr>
      <dgm:t>
        <a:bodyPr/>
        <a:lstStyle/>
        <a:p>
          <a:endParaRPr lang="en-US"/>
        </a:p>
      </dgm:t>
    </dgm:pt>
    <dgm:pt modelId="{AE242216-E24A-4493-953E-34DF8FCF1801}">
      <dgm:prSet phldrT="[Text]"/>
      <dgm:spPr>
        <a:solidFill>
          <a:schemeClr val="accent5">
            <a:lumMod val="50000"/>
          </a:schemeClr>
        </a:solidFill>
        <a:scene3d>
          <a:camera prst="orthographicFront"/>
          <a:lightRig rig="threePt" dir="t"/>
        </a:scene3d>
        <a:sp3d>
          <a:bevelT h="6350"/>
        </a:sp3d>
      </dgm:spPr>
      <dgm:t>
        <a:bodyPr/>
        <a:lstStyle/>
        <a:p>
          <a:r>
            <a:rPr lang="en-US" dirty="0" smtClean="0">
              <a:latin typeface="Bell MT" panose="02020503060305020303" pitchFamily="18" charset="0"/>
            </a:rPr>
            <a:t>Bad Data Detection &amp; Identification</a:t>
          </a:r>
          <a:endParaRPr lang="en-US" dirty="0">
            <a:latin typeface="Bell MT" panose="02020503060305020303" pitchFamily="18" charset="0"/>
          </a:endParaRPr>
        </a:p>
      </dgm:t>
    </dgm:pt>
    <dgm:pt modelId="{5A3DA3D2-E69B-4799-BCE1-5A262ED561E8}" type="parTrans" cxnId="{DC9651AE-6ECD-42BB-A4AF-FFDE6952C715}">
      <dgm:prSet/>
      <dgm:spPr/>
      <dgm:t>
        <a:bodyPr/>
        <a:lstStyle/>
        <a:p>
          <a:endParaRPr lang="en-US"/>
        </a:p>
      </dgm:t>
    </dgm:pt>
    <dgm:pt modelId="{53B01577-8B5F-4244-8A6E-8B221605456E}" type="sibTrans" cxnId="{DC9651AE-6ECD-42BB-A4AF-FFDE6952C715}">
      <dgm:prSet/>
      <dgm:spPr>
        <a:solidFill>
          <a:srgbClr val="00B0F0"/>
        </a:solidFill>
        <a:scene3d>
          <a:camera prst="orthographicFront"/>
          <a:lightRig rig="threePt" dir="t"/>
        </a:scene3d>
        <a:sp3d>
          <a:bevelT h="6350"/>
        </a:sp3d>
      </dgm:spPr>
      <dgm:t>
        <a:bodyPr/>
        <a:lstStyle/>
        <a:p>
          <a:endParaRPr lang="en-US"/>
        </a:p>
      </dgm:t>
    </dgm:pt>
    <dgm:pt modelId="{45187961-D72E-4633-AFBD-636989566559}">
      <dgm:prSet phldrT="[Text]"/>
      <dgm:spPr>
        <a:solidFill>
          <a:schemeClr val="accent5">
            <a:lumMod val="50000"/>
          </a:schemeClr>
        </a:solidFill>
        <a:scene3d>
          <a:camera prst="orthographicFront"/>
          <a:lightRig rig="threePt" dir="t"/>
        </a:scene3d>
        <a:sp3d>
          <a:bevelT h="6350"/>
        </a:sp3d>
      </dgm:spPr>
      <dgm:t>
        <a:bodyPr/>
        <a:lstStyle/>
        <a:p>
          <a:r>
            <a:rPr lang="en-US" dirty="0" smtClean="0">
              <a:latin typeface="Bell MT" panose="02020503060305020303" pitchFamily="18" charset="0"/>
            </a:rPr>
            <a:t>Plot Residuals &amp; Normalized Residuals</a:t>
          </a:r>
          <a:endParaRPr lang="en-US" dirty="0">
            <a:latin typeface="Bell MT" panose="02020503060305020303" pitchFamily="18" charset="0"/>
          </a:endParaRPr>
        </a:p>
      </dgm:t>
    </dgm:pt>
    <dgm:pt modelId="{FBDA4687-B364-4456-B9AD-C4013D49BEEB}" type="parTrans" cxnId="{C037647D-17FC-4FF0-B899-DD125E2F272B}">
      <dgm:prSet/>
      <dgm:spPr/>
      <dgm:t>
        <a:bodyPr/>
        <a:lstStyle/>
        <a:p>
          <a:endParaRPr lang="en-US"/>
        </a:p>
      </dgm:t>
    </dgm:pt>
    <dgm:pt modelId="{F2F657C2-C91B-4B0E-8D0B-9F922CC91039}" type="sibTrans" cxnId="{C037647D-17FC-4FF0-B899-DD125E2F272B}">
      <dgm:prSet/>
      <dgm:spPr/>
      <dgm:t>
        <a:bodyPr/>
        <a:lstStyle/>
        <a:p>
          <a:endParaRPr lang="en-US"/>
        </a:p>
      </dgm:t>
    </dgm:pt>
    <dgm:pt modelId="{0E3A00D9-F87B-4757-9210-8A883716C95E}">
      <dgm:prSet phldrT="[Text]"/>
      <dgm:spPr>
        <a:solidFill>
          <a:schemeClr val="accent5">
            <a:lumMod val="50000"/>
          </a:schemeClr>
        </a:solidFill>
        <a:scene3d>
          <a:camera prst="orthographicFront"/>
          <a:lightRig rig="threePt" dir="t"/>
        </a:scene3d>
        <a:sp3d>
          <a:bevelT h="6350"/>
        </a:sp3d>
      </dgm:spPr>
      <dgm:t>
        <a:bodyPr/>
        <a:lstStyle/>
        <a:p>
          <a:r>
            <a:rPr lang="en-US" dirty="0" smtClean="0">
              <a:latin typeface="Bell MT" panose="02020503060305020303" pitchFamily="18" charset="0"/>
            </a:rPr>
            <a:t>Run AC-WLS Estimation (Print &amp; Plot)</a:t>
          </a:r>
          <a:endParaRPr lang="en-US" dirty="0">
            <a:latin typeface="Bell MT" panose="02020503060305020303" pitchFamily="18" charset="0"/>
          </a:endParaRPr>
        </a:p>
      </dgm:t>
    </dgm:pt>
    <dgm:pt modelId="{4675638F-663E-4ECF-AF81-7C05CF674879}" type="parTrans" cxnId="{9572EAFA-D42C-4325-B050-33A6CA87EEA2}">
      <dgm:prSet/>
      <dgm:spPr/>
      <dgm:t>
        <a:bodyPr/>
        <a:lstStyle/>
        <a:p>
          <a:endParaRPr lang="en-US"/>
        </a:p>
      </dgm:t>
    </dgm:pt>
    <dgm:pt modelId="{CB72D1C0-6380-472B-A964-1B749B43D8E2}" type="sibTrans" cxnId="{9572EAFA-D42C-4325-B050-33A6CA87EEA2}">
      <dgm:prSet/>
      <dgm:spPr/>
      <dgm:t>
        <a:bodyPr/>
        <a:lstStyle/>
        <a:p>
          <a:endParaRPr lang="en-US"/>
        </a:p>
      </dgm:t>
    </dgm:pt>
    <dgm:pt modelId="{4D2464F0-45EC-442D-9876-833FA9B4EA6E}" type="pres">
      <dgm:prSet presAssocID="{95F5783E-99A8-4E2D-BE4B-5315079AF5B2}" presName="diagram" presStyleCnt="0">
        <dgm:presLayoutVars>
          <dgm:dir/>
          <dgm:resizeHandles val="exact"/>
        </dgm:presLayoutVars>
      </dgm:prSet>
      <dgm:spPr/>
    </dgm:pt>
    <dgm:pt modelId="{35DDE57A-2777-4A44-BCD4-169FFA9EAD62}" type="pres">
      <dgm:prSet presAssocID="{2889E0A0-EA24-418A-8B54-AF4487726AD4}" presName="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7B199DC-9A9D-476E-BA8E-7C36BF3C1C81}" type="pres">
      <dgm:prSet presAssocID="{D96B8677-12FF-4C59-B00F-32CF91EF44F3}" presName="sibTrans" presStyleLbl="sibTrans2D1" presStyleIdx="0" presStyleCnt="5"/>
      <dgm:spPr/>
    </dgm:pt>
    <dgm:pt modelId="{58A0EC6B-EA41-4F95-8A9C-F8BCE346ABF5}" type="pres">
      <dgm:prSet presAssocID="{D96B8677-12FF-4C59-B00F-32CF91EF44F3}" presName="connectorText" presStyleLbl="sibTrans2D1" presStyleIdx="0" presStyleCnt="5"/>
      <dgm:spPr/>
    </dgm:pt>
    <dgm:pt modelId="{FFA4F3FC-0BAD-48B2-BE9B-D068F6792EAB}" type="pres">
      <dgm:prSet presAssocID="{38DCA8D2-53BC-426E-8028-9A5B8DB9688D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9CBA0A7-06B5-4CA2-B99F-926EDBB05300}" type="pres">
      <dgm:prSet presAssocID="{1D31901C-A2E9-489D-852F-C153BD333BCB}" presName="sibTrans" presStyleLbl="sibTrans2D1" presStyleIdx="1" presStyleCnt="5"/>
      <dgm:spPr/>
    </dgm:pt>
    <dgm:pt modelId="{63157802-1EDF-4145-8136-AD3AF1490AE7}" type="pres">
      <dgm:prSet presAssocID="{1D31901C-A2E9-489D-852F-C153BD333BCB}" presName="connectorText" presStyleLbl="sibTrans2D1" presStyleIdx="1" presStyleCnt="5"/>
      <dgm:spPr/>
    </dgm:pt>
    <dgm:pt modelId="{BEC70E00-55E5-40A5-A490-1A6B3A4EA26B}" type="pres">
      <dgm:prSet presAssocID="{3910205D-8DFF-4BE6-9EC3-4FE0A7C92284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B0F4679-4F3E-4F97-A150-05146E89CBDE}" type="pres">
      <dgm:prSet presAssocID="{18FA7C7D-56C3-4E0F-B400-6628676B5A6F}" presName="sibTrans" presStyleLbl="sibTrans2D1" presStyleIdx="2" presStyleCnt="5"/>
      <dgm:spPr/>
    </dgm:pt>
    <dgm:pt modelId="{4A833FA4-5A81-45E0-85C2-0E7FBE6A8E1D}" type="pres">
      <dgm:prSet presAssocID="{18FA7C7D-56C3-4E0F-B400-6628676B5A6F}" presName="connectorText" presStyleLbl="sibTrans2D1" presStyleIdx="2" presStyleCnt="5"/>
      <dgm:spPr/>
    </dgm:pt>
    <dgm:pt modelId="{5AC3EC1D-8D8C-4CF6-AA49-5C3F724487B2}" type="pres">
      <dgm:prSet presAssocID="{0E3A00D9-F87B-4757-9210-8A883716C95E}" presName="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3651D10-7ED5-4AC0-BED8-8C46331C2D39}" type="pres">
      <dgm:prSet presAssocID="{CB72D1C0-6380-472B-A964-1B749B43D8E2}" presName="sibTrans" presStyleLbl="sibTrans2D1" presStyleIdx="3" presStyleCnt="5"/>
      <dgm:spPr/>
    </dgm:pt>
    <dgm:pt modelId="{D095C233-CDDA-4C69-9578-AB57DF815714}" type="pres">
      <dgm:prSet presAssocID="{CB72D1C0-6380-472B-A964-1B749B43D8E2}" presName="connectorText" presStyleLbl="sibTrans2D1" presStyleIdx="3" presStyleCnt="5"/>
      <dgm:spPr/>
    </dgm:pt>
    <dgm:pt modelId="{5DA1FAA1-C167-40E4-A485-A86143160853}" type="pres">
      <dgm:prSet presAssocID="{AE242216-E24A-4493-953E-34DF8FCF1801}" presName="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D3E59EC-0364-4B13-94A7-4FFD5969365E}" type="pres">
      <dgm:prSet presAssocID="{53B01577-8B5F-4244-8A6E-8B221605456E}" presName="sibTrans" presStyleLbl="sibTrans2D1" presStyleIdx="4" presStyleCnt="5"/>
      <dgm:spPr/>
    </dgm:pt>
    <dgm:pt modelId="{82416814-9348-433B-8685-092BAF86679E}" type="pres">
      <dgm:prSet presAssocID="{53B01577-8B5F-4244-8A6E-8B221605456E}" presName="connectorText" presStyleLbl="sibTrans2D1" presStyleIdx="4" presStyleCnt="5"/>
      <dgm:spPr/>
    </dgm:pt>
    <dgm:pt modelId="{0EE4761D-22BC-4631-9359-7DC21AD653FE}" type="pres">
      <dgm:prSet presAssocID="{45187961-D72E-4633-AFBD-636989566559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E417903-9F1E-4DCA-92F2-9FE61E85A07D}" type="presOf" srcId="{3910205D-8DFF-4BE6-9EC3-4FE0A7C92284}" destId="{BEC70E00-55E5-40A5-A490-1A6B3A4EA26B}" srcOrd="0" destOrd="0" presId="urn:microsoft.com/office/officeart/2005/8/layout/process5"/>
    <dgm:cxn modelId="{91F672DF-CB0C-44F6-907C-E21D979871F1}" srcId="{95F5783E-99A8-4E2D-BE4B-5315079AF5B2}" destId="{38DCA8D2-53BC-426E-8028-9A5B8DB9688D}" srcOrd="1" destOrd="0" parTransId="{B9D3F50D-8AC3-4D9F-8E79-8CFC046EFEE6}" sibTransId="{1D31901C-A2E9-489D-852F-C153BD333BCB}"/>
    <dgm:cxn modelId="{13242C69-AF83-4F53-9E40-2B83A7EA6717}" type="presOf" srcId="{38DCA8D2-53BC-426E-8028-9A5B8DB9688D}" destId="{FFA4F3FC-0BAD-48B2-BE9B-D068F6792EAB}" srcOrd="0" destOrd="0" presId="urn:microsoft.com/office/officeart/2005/8/layout/process5"/>
    <dgm:cxn modelId="{D32AB13E-6143-46DF-BCB6-EE3D3CD9DB31}" type="presOf" srcId="{0E3A00D9-F87B-4757-9210-8A883716C95E}" destId="{5AC3EC1D-8D8C-4CF6-AA49-5C3F724487B2}" srcOrd="0" destOrd="0" presId="urn:microsoft.com/office/officeart/2005/8/layout/process5"/>
    <dgm:cxn modelId="{1F7B8D5E-432F-4A99-B197-402AF4AACE8F}" type="presOf" srcId="{53B01577-8B5F-4244-8A6E-8B221605456E}" destId="{82416814-9348-433B-8685-092BAF86679E}" srcOrd="1" destOrd="0" presId="urn:microsoft.com/office/officeart/2005/8/layout/process5"/>
    <dgm:cxn modelId="{6C97CB79-DE69-4A55-828C-F2C343B46EE7}" type="presOf" srcId="{1D31901C-A2E9-489D-852F-C153BD333BCB}" destId="{99CBA0A7-06B5-4CA2-B99F-926EDBB05300}" srcOrd="0" destOrd="0" presId="urn:microsoft.com/office/officeart/2005/8/layout/process5"/>
    <dgm:cxn modelId="{37F45E94-0959-45C5-B1FE-2B3E6D2F8779}" type="presOf" srcId="{CB72D1C0-6380-472B-A964-1B749B43D8E2}" destId="{13651D10-7ED5-4AC0-BED8-8C46331C2D39}" srcOrd="0" destOrd="0" presId="urn:microsoft.com/office/officeart/2005/8/layout/process5"/>
    <dgm:cxn modelId="{5E166F5D-0E4F-40F7-A227-12A0981E6191}" type="presOf" srcId="{D96B8677-12FF-4C59-B00F-32CF91EF44F3}" destId="{F7B199DC-9A9D-476E-BA8E-7C36BF3C1C81}" srcOrd="0" destOrd="0" presId="urn:microsoft.com/office/officeart/2005/8/layout/process5"/>
    <dgm:cxn modelId="{E3F14C2C-BD91-4A69-96A3-42B1D79ABDC3}" type="presOf" srcId="{1D31901C-A2E9-489D-852F-C153BD333BCB}" destId="{63157802-1EDF-4145-8136-AD3AF1490AE7}" srcOrd="1" destOrd="0" presId="urn:microsoft.com/office/officeart/2005/8/layout/process5"/>
    <dgm:cxn modelId="{DF5AE1DA-07EE-4D17-9D39-F22FF04CC100}" type="presOf" srcId="{2889E0A0-EA24-418A-8B54-AF4487726AD4}" destId="{35DDE57A-2777-4A44-BCD4-169FFA9EAD62}" srcOrd="0" destOrd="0" presId="urn:microsoft.com/office/officeart/2005/8/layout/process5"/>
    <dgm:cxn modelId="{8BFF6774-C926-471B-954A-0B96EA3B034C}" srcId="{95F5783E-99A8-4E2D-BE4B-5315079AF5B2}" destId="{2889E0A0-EA24-418A-8B54-AF4487726AD4}" srcOrd="0" destOrd="0" parTransId="{5AE3F571-5341-43BC-B3DB-11B7FE2CC67C}" sibTransId="{D96B8677-12FF-4C59-B00F-32CF91EF44F3}"/>
    <dgm:cxn modelId="{4E55BD77-21DB-473F-A96F-53F29B0F432F}" type="presOf" srcId="{AE242216-E24A-4493-953E-34DF8FCF1801}" destId="{5DA1FAA1-C167-40E4-A485-A86143160853}" srcOrd="0" destOrd="0" presId="urn:microsoft.com/office/officeart/2005/8/layout/process5"/>
    <dgm:cxn modelId="{C037647D-17FC-4FF0-B899-DD125E2F272B}" srcId="{95F5783E-99A8-4E2D-BE4B-5315079AF5B2}" destId="{45187961-D72E-4633-AFBD-636989566559}" srcOrd="5" destOrd="0" parTransId="{FBDA4687-B364-4456-B9AD-C4013D49BEEB}" sibTransId="{F2F657C2-C91B-4B0E-8D0B-9F922CC91039}"/>
    <dgm:cxn modelId="{F268E22A-004D-4791-B405-4DE7077C138D}" type="presOf" srcId="{45187961-D72E-4633-AFBD-636989566559}" destId="{0EE4761D-22BC-4631-9359-7DC21AD653FE}" srcOrd="0" destOrd="0" presId="urn:microsoft.com/office/officeart/2005/8/layout/process5"/>
    <dgm:cxn modelId="{DC9651AE-6ECD-42BB-A4AF-FFDE6952C715}" srcId="{95F5783E-99A8-4E2D-BE4B-5315079AF5B2}" destId="{AE242216-E24A-4493-953E-34DF8FCF1801}" srcOrd="4" destOrd="0" parTransId="{5A3DA3D2-E69B-4799-BCE1-5A262ED561E8}" sibTransId="{53B01577-8B5F-4244-8A6E-8B221605456E}"/>
    <dgm:cxn modelId="{6ED89637-7F9D-49EC-B879-FAB09EE169AD}" type="presOf" srcId="{D96B8677-12FF-4C59-B00F-32CF91EF44F3}" destId="{58A0EC6B-EA41-4F95-8A9C-F8BCE346ABF5}" srcOrd="1" destOrd="0" presId="urn:microsoft.com/office/officeart/2005/8/layout/process5"/>
    <dgm:cxn modelId="{980CAB64-A2DE-4C89-9D35-A66637DBC444}" srcId="{95F5783E-99A8-4E2D-BE4B-5315079AF5B2}" destId="{3910205D-8DFF-4BE6-9EC3-4FE0A7C92284}" srcOrd="2" destOrd="0" parTransId="{22EECE74-EC06-4019-B9CF-AB96F628D322}" sibTransId="{18FA7C7D-56C3-4E0F-B400-6628676B5A6F}"/>
    <dgm:cxn modelId="{55E5ED94-8EFD-4944-802C-EA27859AAA1E}" type="presOf" srcId="{CB72D1C0-6380-472B-A964-1B749B43D8E2}" destId="{D095C233-CDDA-4C69-9578-AB57DF815714}" srcOrd="1" destOrd="0" presId="urn:microsoft.com/office/officeart/2005/8/layout/process5"/>
    <dgm:cxn modelId="{9572EAFA-D42C-4325-B050-33A6CA87EEA2}" srcId="{95F5783E-99A8-4E2D-BE4B-5315079AF5B2}" destId="{0E3A00D9-F87B-4757-9210-8A883716C95E}" srcOrd="3" destOrd="0" parTransId="{4675638F-663E-4ECF-AF81-7C05CF674879}" sibTransId="{CB72D1C0-6380-472B-A964-1B749B43D8E2}"/>
    <dgm:cxn modelId="{CC97F82A-9CE8-401C-8BB7-0E23E008BF81}" type="presOf" srcId="{18FA7C7D-56C3-4E0F-B400-6628676B5A6F}" destId="{9B0F4679-4F3E-4F97-A150-05146E89CBDE}" srcOrd="0" destOrd="0" presId="urn:microsoft.com/office/officeart/2005/8/layout/process5"/>
    <dgm:cxn modelId="{5E7F5016-65B9-4D23-9829-BD7DDED6DF9E}" type="presOf" srcId="{18FA7C7D-56C3-4E0F-B400-6628676B5A6F}" destId="{4A833FA4-5A81-45E0-85C2-0E7FBE6A8E1D}" srcOrd="1" destOrd="0" presId="urn:microsoft.com/office/officeart/2005/8/layout/process5"/>
    <dgm:cxn modelId="{B1809FBA-0FA9-4C18-92B9-775C008C9694}" type="presOf" srcId="{53B01577-8B5F-4244-8A6E-8B221605456E}" destId="{CD3E59EC-0364-4B13-94A7-4FFD5969365E}" srcOrd="0" destOrd="0" presId="urn:microsoft.com/office/officeart/2005/8/layout/process5"/>
    <dgm:cxn modelId="{5F5B66C0-DF66-47CE-B145-A1C839963B16}" type="presOf" srcId="{95F5783E-99A8-4E2D-BE4B-5315079AF5B2}" destId="{4D2464F0-45EC-442D-9876-833FA9B4EA6E}" srcOrd="0" destOrd="0" presId="urn:microsoft.com/office/officeart/2005/8/layout/process5"/>
    <dgm:cxn modelId="{A747F647-BD27-41CC-8ADF-3D67BD8AD1BD}" type="presParOf" srcId="{4D2464F0-45EC-442D-9876-833FA9B4EA6E}" destId="{35DDE57A-2777-4A44-BCD4-169FFA9EAD62}" srcOrd="0" destOrd="0" presId="urn:microsoft.com/office/officeart/2005/8/layout/process5"/>
    <dgm:cxn modelId="{CB6FBC7E-3A57-457D-AF87-B7334DEBB4A2}" type="presParOf" srcId="{4D2464F0-45EC-442D-9876-833FA9B4EA6E}" destId="{F7B199DC-9A9D-476E-BA8E-7C36BF3C1C81}" srcOrd="1" destOrd="0" presId="urn:microsoft.com/office/officeart/2005/8/layout/process5"/>
    <dgm:cxn modelId="{DDAA0070-4D1E-4218-8890-7944E97EBC55}" type="presParOf" srcId="{F7B199DC-9A9D-476E-BA8E-7C36BF3C1C81}" destId="{58A0EC6B-EA41-4F95-8A9C-F8BCE346ABF5}" srcOrd="0" destOrd="0" presId="urn:microsoft.com/office/officeart/2005/8/layout/process5"/>
    <dgm:cxn modelId="{B4F38571-AEE7-4380-9C17-4A41FFB23657}" type="presParOf" srcId="{4D2464F0-45EC-442D-9876-833FA9B4EA6E}" destId="{FFA4F3FC-0BAD-48B2-BE9B-D068F6792EAB}" srcOrd="2" destOrd="0" presId="urn:microsoft.com/office/officeart/2005/8/layout/process5"/>
    <dgm:cxn modelId="{5F521D3F-B5A6-42D7-9F68-20FD9DD63E92}" type="presParOf" srcId="{4D2464F0-45EC-442D-9876-833FA9B4EA6E}" destId="{99CBA0A7-06B5-4CA2-B99F-926EDBB05300}" srcOrd="3" destOrd="0" presId="urn:microsoft.com/office/officeart/2005/8/layout/process5"/>
    <dgm:cxn modelId="{8FDA78DF-C50C-47A0-AC70-3979F38D791C}" type="presParOf" srcId="{99CBA0A7-06B5-4CA2-B99F-926EDBB05300}" destId="{63157802-1EDF-4145-8136-AD3AF1490AE7}" srcOrd="0" destOrd="0" presId="urn:microsoft.com/office/officeart/2005/8/layout/process5"/>
    <dgm:cxn modelId="{9B4036D7-2C34-49A3-BED2-8F0DC1233D37}" type="presParOf" srcId="{4D2464F0-45EC-442D-9876-833FA9B4EA6E}" destId="{BEC70E00-55E5-40A5-A490-1A6B3A4EA26B}" srcOrd="4" destOrd="0" presId="urn:microsoft.com/office/officeart/2005/8/layout/process5"/>
    <dgm:cxn modelId="{CDF4DE73-9915-4243-8E92-D28B81C08CF3}" type="presParOf" srcId="{4D2464F0-45EC-442D-9876-833FA9B4EA6E}" destId="{9B0F4679-4F3E-4F97-A150-05146E89CBDE}" srcOrd="5" destOrd="0" presId="urn:microsoft.com/office/officeart/2005/8/layout/process5"/>
    <dgm:cxn modelId="{66BA761D-026D-43B0-A0B1-356040B5F8E9}" type="presParOf" srcId="{9B0F4679-4F3E-4F97-A150-05146E89CBDE}" destId="{4A833FA4-5A81-45E0-85C2-0E7FBE6A8E1D}" srcOrd="0" destOrd="0" presId="urn:microsoft.com/office/officeart/2005/8/layout/process5"/>
    <dgm:cxn modelId="{7F0BC5CC-29C2-4660-9CA7-1A134F707A7D}" type="presParOf" srcId="{4D2464F0-45EC-442D-9876-833FA9B4EA6E}" destId="{5AC3EC1D-8D8C-4CF6-AA49-5C3F724487B2}" srcOrd="6" destOrd="0" presId="urn:microsoft.com/office/officeart/2005/8/layout/process5"/>
    <dgm:cxn modelId="{9E9D7C72-0DB8-4B7C-88DF-023E528959EA}" type="presParOf" srcId="{4D2464F0-45EC-442D-9876-833FA9B4EA6E}" destId="{13651D10-7ED5-4AC0-BED8-8C46331C2D39}" srcOrd="7" destOrd="0" presId="urn:microsoft.com/office/officeart/2005/8/layout/process5"/>
    <dgm:cxn modelId="{EE826656-B0AB-4B09-8541-86CA859B2F9C}" type="presParOf" srcId="{13651D10-7ED5-4AC0-BED8-8C46331C2D39}" destId="{D095C233-CDDA-4C69-9578-AB57DF815714}" srcOrd="0" destOrd="0" presId="urn:microsoft.com/office/officeart/2005/8/layout/process5"/>
    <dgm:cxn modelId="{1B339E8E-8577-4B13-930B-3F293E196D85}" type="presParOf" srcId="{4D2464F0-45EC-442D-9876-833FA9B4EA6E}" destId="{5DA1FAA1-C167-40E4-A485-A86143160853}" srcOrd="8" destOrd="0" presId="urn:microsoft.com/office/officeart/2005/8/layout/process5"/>
    <dgm:cxn modelId="{66A8BD52-3D38-4364-84C3-192B33DAF3B3}" type="presParOf" srcId="{4D2464F0-45EC-442D-9876-833FA9B4EA6E}" destId="{CD3E59EC-0364-4B13-94A7-4FFD5969365E}" srcOrd="9" destOrd="0" presId="urn:microsoft.com/office/officeart/2005/8/layout/process5"/>
    <dgm:cxn modelId="{43458FBC-F888-43B6-9069-3CBFB34F7270}" type="presParOf" srcId="{CD3E59EC-0364-4B13-94A7-4FFD5969365E}" destId="{82416814-9348-433B-8685-092BAF86679E}" srcOrd="0" destOrd="0" presId="urn:microsoft.com/office/officeart/2005/8/layout/process5"/>
    <dgm:cxn modelId="{4A3958F7-7793-4330-A469-4625D13D2E5B}" type="presParOf" srcId="{4D2464F0-45EC-442D-9876-833FA9B4EA6E}" destId="{0EE4761D-22BC-4631-9359-7DC21AD653FE}" srcOrd="10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8B781E8-B5B6-4F5B-BB4B-100633E335C2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C4D34AA-02CB-456C-ABB9-21681E30EC74}">
      <dgm:prSet phldrT="[Text]"/>
      <dgm:spPr>
        <a:solidFill>
          <a:schemeClr val="accent2"/>
        </a:solidFill>
        <a:scene3d>
          <a:camera prst="orthographicFront"/>
          <a:lightRig rig="threePt" dir="t"/>
        </a:scene3d>
        <a:sp3d>
          <a:bevelT h="38100"/>
        </a:sp3d>
      </dgm:spPr>
      <dgm:t>
        <a:bodyPr/>
        <a:lstStyle/>
        <a:p>
          <a:r>
            <a:rPr lang="en-US" dirty="0" smtClean="0">
              <a:latin typeface="Bell MT" panose="02020503060305020303" pitchFamily="18" charset="0"/>
            </a:rPr>
            <a:t>Voltage</a:t>
          </a:r>
          <a:endParaRPr lang="en-US" dirty="0">
            <a:latin typeface="Bell MT" panose="02020503060305020303" pitchFamily="18" charset="0"/>
          </a:endParaRPr>
        </a:p>
      </dgm:t>
    </dgm:pt>
    <dgm:pt modelId="{D33698C6-E7C3-4526-B407-EBF8E6669B59}" type="parTrans" cxnId="{8ECA3E55-92B6-448D-A73E-5BF59AF92824}">
      <dgm:prSet/>
      <dgm:spPr/>
      <dgm:t>
        <a:bodyPr/>
        <a:lstStyle/>
        <a:p>
          <a:endParaRPr lang="en-US"/>
        </a:p>
      </dgm:t>
    </dgm:pt>
    <dgm:pt modelId="{54E0EAB2-75D6-47BF-A7B0-D8250E288587}" type="sibTrans" cxnId="{8ECA3E55-92B6-448D-A73E-5BF59AF92824}">
      <dgm:prSet/>
      <dgm:spPr/>
      <dgm:t>
        <a:bodyPr/>
        <a:lstStyle/>
        <a:p>
          <a:endParaRPr lang="en-US"/>
        </a:p>
      </dgm:t>
    </dgm:pt>
    <dgm:pt modelId="{7A5C9A15-5947-4311-873F-F8D13906FA7A}">
      <dgm:prSet phldrT="[Text]"/>
      <dgm:spPr>
        <a:solidFill>
          <a:schemeClr val="accent2">
            <a:lumMod val="60000"/>
            <a:lumOff val="40000"/>
            <a:alpha val="90000"/>
          </a:schemeClr>
        </a:solidFill>
        <a:scene3d>
          <a:camera prst="orthographicFront"/>
          <a:lightRig rig="threePt" dir="t"/>
        </a:scene3d>
        <a:sp3d>
          <a:bevelT h="38100"/>
        </a:sp3d>
      </dgm:spPr>
      <dgm:t>
        <a:bodyPr/>
        <a:lstStyle/>
        <a:p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Magnitude (Block 1)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DBB5FC4-98D8-44B2-A9CF-AA5431B3DD69}" type="parTrans" cxnId="{E101C665-88BC-408D-828E-5379BE074303}">
      <dgm:prSet/>
      <dgm:spPr/>
      <dgm:t>
        <a:bodyPr/>
        <a:lstStyle/>
        <a:p>
          <a:endParaRPr lang="en-US"/>
        </a:p>
      </dgm:t>
    </dgm:pt>
    <dgm:pt modelId="{296B9766-F7E4-4459-AD4F-E844B489225C}" type="sibTrans" cxnId="{E101C665-88BC-408D-828E-5379BE074303}">
      <dgm:prSet/>
      <dgm:spPr/>
      <dgm:t>
        <a:bodyPr/>
        <a:lstStyle/>
        <a:p>
          <a:endParaRPr lang="en-US"/>
        </a:p>
      </dgm:t>
    </dgm:pt>
    <dgm:pt modelId="{B4993819-2A41-4FAB-973C-7EC4CA405AF5}">
      <dgm:prSet phldrT="[Text]"/>
      <dgm:spPr>
        <a:solidFill>
          <a:schemeClr val="accent2">
            <a:lumMod val="60000"/>
            <a:lumOff val="40000"/>
            <a:alpha val="90000"/>
          </a:schemeClr>
        </a:solidFill>
        <a:scene3d>
          <a:camera prst="orthographicFront"/>
          <a:lightRig rig="threePt" dir="t"/>
        </a:scene3d>
        <a:sp3d>
          <a:bevelT h="38100"/>
        </a:sp3d>
      </dgm:spPr>
      <dgm:t>
        <a:bodyPr/>
        <a:lstStyle/>
        <a:p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Angle (Block 2)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90A9CC7-C5B5-4142-9278-1C6E77F283D2}" type="parTrans" cxnId="{CA0B3FE7-C13C-4F11-BB00-178B975D3BD8}">
      <dgm:prSet/>
      <dgm:spPr/>
      <dgm:t>
        <a:bodyPr/>
        <a:lstStyle/>
        <a:p>
          <a:endParaRPr lang="en-US"/>
        </a:p>
      </dgm:t>
    </dgm:pt>
    <dgm:pt modelId="{71F54F8A-4609-437C-AAA9-904651A39C08}" type="sibTrans" cxnId="{CA0B3FE7-C13C-4F11-BB00-178B975D3BD8}">
      <dgm:prSet/>
      <dgm:spPr/>
      <dgm:t>
        <a:bodyPr/>
        <a:lstStyle/>
        <a:p>
          <a:endParaRPr lang="en-US"/>
        </a:p>
      </dgm:t>
    </dgm:pt>
    <dgm:pt modelId="{02A07D4B-A8C4-45C8-AB3E-F48D7694A217}">
      <dgm:prSet phldrT="[Text]"/>
      <dgm:spPr>
        <a:solidFill>
          <a:schemeClr val="accent5"/>
        </a:solidFill>
        <a:scene3d>
          <a:camera prst="orthographicFront"/>
          <a:lightRig rig="threePt" dir="t"/>
        </a:scene3d>
        <a:sp3d>
          <a:bevelT h="38100"/>
        </a:sp3d>
      </dgm:spPr>
      <dgm:t>
        <a:bodyPr/>
        <a:lstStyle/>
        <a:p>
          <a:r>
            <a:rPr lang="en-US" dirty="0" smtClean="0">
              <a:latin typeface="Bell MT" panose="02020503060305020303" pitchFamily="18" charset="0"/>
            </a:rPr>
            <a:t>Power Injection</a:t>
          </a:r>
          <a:endParaRPr lang="en-US" dirty="0">
            <a:latin typeface="Bell MT" panose="02020503060305020303" pitchFamily="18" charset="0"/>
          </a:endParaRPr>
        </a:p>
      </dgm:t>
    </dgm:pt>
    <dgm:pt modelId="{F443584B-62A4-41CA-A4D5-ED331FB1A780}" type="parTrans" cxnId="{97D70552-B58E-45AC-9577-ECCD6F2A3DA8}">
      <dgm:prSet/>
      <dgm:spPr/>
      <dgm:t>
        <a:bodyPr/>
        <a:lstStyle/>
        <a:p>
          <a:endParaRPr lang="en-US"/>
        </a:p>
      </dgm:t>
    </dgm:pt>
    <dgm:pt modelId="{CEDBFE0D-2D4B-425E-A63C-0588F93D74F1}" type="sibTrans" cxnId="{97D70552-B58E-45AC-9577-ECCD6F2A3DA8}">
      <dgm:prSet/>
      <dgm:spPr/>
      <dgm:t>
        <a:bodyPr/>
        <a:lstStyle/>
        <a:p>
          <a:endParaRPr lang="en-US"/>
        </a:p>
      </dgm:t>
    </dgm:pt>
    <dgm:pt modelId="{CC1FA4BC-0D12-45D7-BFB9-6E9240D604B1}">
      <dgm:prSet phldrT="[Text]"/>
      <dgm:spPr>
        <a:solidFill>
          <a:schemeClr val="accent3">
            <a:lumMod val="60000"/>
            <a:lumOff val="40000"/>
            <a:alpha val="90000"/>
          </a:schemeClr>
        </a:solidFill>
        <a:scene3d>
          <a:camera prst="orthographicFront"/>
          <a:lightRig rig="threePt" dir="t"/>
        </a:scene3d>
        <a:sp3d>
          <a:bevelT h="38100"/>
        </a:sp3d>
      </dgm:spPr>
      <dgm:t>
        <a:bodyPr/>
        <a:lstStyle/>
        <a:p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Active (Block 3)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56A91EC-E8F7-416D-87B2-B31D44538FCE}" type="parTrans" cxnId="{E0C4A54D-A317-42C7-9C44-702066B038DA}">
      <dgm:prSet/>
      <dgm:spPr/>
      <dgm:t>
        <a:bodyPr/>
        <a:lstStyle/>
        <a:p>
          <a:endParaRPr lang="en-US"/>
        </a:p>
      </dgm:t>
    </dgm:pt>
    <dgm:pt modelId="{A4C45DA1-8531-4E51-A7F0-DEB6DB21F962}" type="sibTrans" cxnId="{E0C4A54D-A317-42C7-9C44-702066B038DA}">
      <dgm:prSet/>
      <dgm:spPr/>
      <dgm:t>
        <a:bodyPr/>
        <a:lstStyle/>
        <a:p>
          <a:endParaRPr lang="en-US"/>
        </a:p>
      </dgm:t>
    </dgm:pt>
    <dgm:pt modelId="{413C53EE-A167-4FF8-8A71-15DFC409E580}">
      <dgm:prSet phldrT="[Text]"/>
      <dgm:spPr>
        <a:solidFill>
          <a:schemeClr val="accent3">
            <a:lumMod val="60000"/>
            <a:lumOff val="40000"/>
            <a:alpha val="90000"/>
          </a:schemeClr>
        </a:solidFill>
        <a:scene3d>
          <a:camera prst="orthographicFront"/>
          <a:lightRig rig="threePt" dir="t"/>
        </a:scene3d>
        <a:sp3d>
          <a:bevelT h="38100"/>
        </a:sp3d>
      </dgm:spPr>
      <dgm:t>
        <a:bodyPr/>
        <a:lstStyle/>
        <a:p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Reactive (Block 4)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50608E1-5EC6-4F16-BB64-E5ED963424E1}" type="parTrans" cxnId="{AFC0CB7B-97ED-4D8E-BA1F-EE38E8917EB3}">
      <dgm:prSet/>
      <dgm:spPr/>
      <dgm:t>
        <a:bodyPr/>
        <a:lstStyle/>
        <a:p>
          <a:endParaRPr lang="en-US"/>
        </a:p>
      </dgm:t>
    </dgm:pt>
    <dgm:pt modelId="{FB88952B-1C0A-43E3-A8B7-E9553DFE9EA0}" type="sibTrans" cxnId="{AFC0CB7B-97ED-4D8E-BA1F-EE38E8917EB3}">
      <dgm:prSet/>
      <dgm:spPr/>
      <dgm:t>
        <a:bodyPr/>
        <a:lstStyle/>
        <a:p>
          <a:endParaRPr lang="en-US"/>
        </a:p>
      </dgm:t>
    </dgm:pt>
    <dgm:pt modelId="{486C3374-8CC6-4CD8-87F7-15D2E2A4BF5C}">
      <dgm:prSet phldrT="[Text]"/>
      <dgm:spPr>
        <a:solidFill>
          <a:schemeClr val="accent1">
            <a:lumMod val="50000"/>
          </a:schemeClr>
        </a:solidFill>
        <a:scene3d>
          <a:camera prst="orthographicFront"/>
          <a:lightRig rig="threePt" dir="t"/>
        </a:scene3d>
        <a:sp3d>
          <a:bevelT h="38100"/>
        </a:sp3d>
      </dgm:spPr>
      <dgm:t>
        <a:bodyPr/>
        <a:lstStyle/>
        <a:p>
          <a:r>
            <a:rPr lang="en-US" dirty="0" smtClean="0">
              <a:latin typeface="Bell MT" panose="02020503060305020303" pitchFamily="18" charset="0"/>
            </a:rPr>
            <a:t>Power Flow</a:t>
          </a:r>
          <a:endParaRPr lang="en-US" dirty="0">
            <a:latin typeface="Bell MT" panose="02020503060305020303" pitchFamily="18" charset="0"/>
          </a:endParaRPr>
        </a:p>
      </dgm:t>
    </dgm:pt>
    <dgm:pt modelId="{77865A0E-F672-4973-9D8A-5B0CCBBEE71E}" type="parTrans" cxnId="{5B9C959D-C336-41DA-8EC9-0C5A8F6DBBE3}">
      <dgm:prSet/>
      <dgm:spPr/>
      <dgm:t>
        <a:bodyPr/>
        <a:lstStyle/>
        <a:p>
          <a:endParaRPr lang="en-US"/>
        </a:p>
      </dgm:t>
    </dgm:pt>
    <dgm:pt modelId="{AB8CEAF4-9993-4E08-90C8-F12DCD2115EC}" type="sibTrans" cxnId="{5B9C959D-C336-41DA-8EC9-0C5A8F6DBBE3}">
      <dgm:prSet/>
      <dgm:spPr/>
      <dgm:t>
        <a:bodyPr/>
        <a:lstStyle/>
        <a:p>
          <a:endParaRPr lang="en-US"/>
        </a:p>
      </dgm:t>
    </dgm:pt>
    <dgm:pt modelId="{46352F79-756D-4086-A0B1-EDE20E179B28}">
      <dgm:prSet phldrT="[Text]"/>
      <dgm:spPr>
        <a:scene3d>
          <a:camera prst="orthographicFront"/>
          <a:lightRig rig="threePt" dir="t"/>
        </a:scene3d>
        <a:sp3d>
          <a:bevelT h="38100"/>
        </a:sp3d>
      </dgm:spPr>
      <dgm:t>
        <a:bodyPr/>
        <a:lstStyle/>
        <a:p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Active (Block 5)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B22F564-E368-48FD-8877-594661CFA504}" type="parTrans" cxnId="{5CEBC30D-C405-4B37-95FB-01C8C7F2573E}">
      <dgm:prSet/>
      <dgm:spPr/>
      <dgm:t>
        <a:bodyPr/>
        <a:lstStyle/>
        <a:p>
          <a:endParaRPr lang="en-US"/>
        </a:p>
      </dgm:t>
    </dgm:pt>
    <dgm:pt modelId="{855DE542-4FDC-4967-9900-A0CABECBE610}" type="sibTrans" cxnId="{5CEBC30D-C405-4B37-95FB-01C8C7F2573E}">
      <dgm:prSet/>
      <dgm:spPr/>
      <dgm:t>
        <a:bodyPr/>
        <a:lstStyle/>
        <a:p>
          <a:endParaRPr lang="en-US"/>
        </a:p>
      </dgm:t>
    </dgm:pt>
    <dgm:pt modelId="{3507E1B3-1EAD-4C75-94F7-FEACF1531BDF}">
      <dgm:prSet phldrT="[Text]"/>
      <dgm:spPr>
        <a:scene3d>
          <a:camera prst="orthographicFront"/>
          <a:lightRig rig="threePt" dir="t"/>
        </a:scene3d>
        <a:sp3d>
          <a:bevelT h="38100"/>
        </a:sp3d>
      </dgm:spPr>
      <dgm:t>
        <a:bodyPr/>
        <a:lstStyle/>
        <a:p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Reactive (Block 6)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B1D664B-7EFF-4337-ADBF-C7C927265407}" type="parTrans" cxnId="{B062B76D-0620-46B3-BC91-36D713228C2A}">
      <dgm:prSet/>
      <dgm:spPr/>
      <dgm:t>
        <a:bodyPr/>
        <a:lstStyle/>
        <a:p>
          <a:endParaRPr lang="en-US"/>
        </a:p>
      </dgm:t>
    </dgm:pt>
    <dgm:pt modelId="{E951FFE7-2607-4B16-8886-5E0199204F0B}" type="sibTrans" cxnId="{B062B76D-0620-46B3-BC91-36D713228C2A}">
      <dgm:prSet/>
      <dgm:spPr/>
      <dgm:t>
        <a:bodyPr/>
        <a:lstStyle/>
        <a:p>
          <a:endParaRPr lang="en-US"/>
        </a:p>
      </dgm:t>
    </dgm:pt>
    <dgm:pt modelId="{5DDCC5B6-3932-4D75-9B69-C34F6E10CB59}">
      <dgm:prSet phldrT="[Text]"/>
      <dgm:spPr>
        <a:solidFill>
          <a:schemeClr val="accent6">
            <a:lumMod val="75000"/>
          </a:schemeClr>
        </a:solidFill>
        <a:scene3d>
          <a:camera prst="orthographicFront"/>
          <a:lightRig rig="threePt" dir="t"/>
        </a:scene3d>
        <a:sp3d>
          <a:bevelT h="38100"/>
        </a:sp3d>
      </dgm:spPr>
      <dgm:t>
        <a:bodyPr/>
        <a:lstStyle/>
        <a:p>
          <a:r>
            <a:rPr lang="en-US" dirty="0" smtClean="0">
              <a:latin typeface="Bell MT" panose="02020503060305020303" pitchFamily="18" charset="0"/>
            </a:rPr>
            <a:t>Current</a:t>
          </a:r>
          <a:endParaRPr lang="en-US" dirty="0">
            <a:latin typeface="Bell MT" panose="02020503060305020303" pitchFamily="18" charset="0"/>
          </a:endParaRPr>
        </a:p>
      </dgm:t>
    </dgm:pt>
    <dgm:pt modelId="{70728897-0F7E-49BD-A328-53820BB457EE}" type="parTrans" cxnId="{14260FEB-003A-417F-9610-DF2173C840D5}">
      <dgm:prSet/>
      <dgm:spPr/>
      <dgm:t>
        <a:bodyPr/>
        <a:lstStyle/>
        <a:p>
          <a:endParaRPr lang="en-US"/>
        </a:p>
      </dgm:t>
    </dgm:pt>
    <dgm:pt modelId="{ED45BE10-3A0A-486C-8ABE-C9BAA24B2B45}" type="sibTrans" cxnId="{14260FEB-003A-417F-9610-DF2173C840D5}">
      <dgm:prSet/>
      <dgm:spPr/>
      <dgm:t>
        <a:bodyPr/>
        <a:lstStyle/>
        <a:p>
          <a:endParaRPr lang="en-US"/>
        </a:p>
      </dgm:t>
    </dgm:pt>
    <dgm:pt modelId="{FCE2FD5B-A6B0-428E-8A62-AF27EF9270CB}">
      <dgm:prSet phldrT="[Text]"/>
      <dgm:spPr>
        <a:solidFill>
          <a:schemeClr val="accent6">
            <a:lumMod val="60000"/>
            <a:lumOff val="40000"/>
            <a:alpha val="90000"/>
          </a:schemeClr>
        </a:solidFill>
        <a:scene3d>
          <a:camera prst="orthographicFront"/>
          <a:lightRig rig="threePt" dir="t"/>
        </a:scene3d>
        <a:sp3d>
          <a:bevelT h="38100"/>
        </a:sp3d>
      </dgm:spPr>
      <dgm:t>
        <a:bodyPr/>
        <a:lstStyle/>
        <a:p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Magnitude (Block 7)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2E2167F-CF1D-4D3B-9860-0DB48A217F5D}" type="parTrans" cxnId="{B4C8619F-BEDC-40ED-BFDE-3E2758C86C68}">
      <dgm:prSet/>
      <dgm:spPr/>
      <dgm:t>
        <a:bodyPr/>
        <a:lstStyle/>
        <a:p>
          <a:endParaRPr lang="en-US"/>
        </a:p>
      </dgm:t>
    </dgm:pt>
    <dgm:pt modelId="{513828B1-0850-421D-AB3E-3A31218439D2}" type="sibTrans" cxnId="{B4C8619F-BEDC-40ED-BFDE-3E2758C86C68}">
      <dgm:prSet/>
      <dgm:spPr/>
      <dgm:t>
        <a:bodyPr/>
        <a:lstStyle/>
        <a:p>
          <a:endParaRPr lang="en-US"/>
        </a:p>
      </dgm:t>
    </dgm:pt>
    <dgm:pt modelId="{DD5D31EF-3579-4539-BC04-403A9A3C90C2}">
      <dgm:prSet phldrT="[Text]"/>
      <dgm:spPr>
        <a:solidFill>
          <a:schemeClr val="accent6">
            <a:lumMod val="60000"/>
            <a:lumOff val="40000"/>
            <a:alpha val="90000"/>
          </a:schemeClr>
        </a:solidFill>
        <a:scene3d>
          <a:camera prst="orthographicFront"/>
          <a:lightRig rig="threePt" dir="t"/>
        </a:scene3d>
        <a:sp3d>
          <a:bevelT h="38100"/>
        </a:sp3d>
      </dgm:spPr>
      <dgm:t>
        <a:bodyPr/>
        <a:lstStyle/>
        <a:p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Angle (Block 8)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F417AFE-E6B6-4838-8906-B78298FA2CD9}" type="parTrans" cxnId="{C739ED3E-1D87-422B-B1B0-A85186806260}">
      <dgm:prSet/>
      <dgm:spPr/>
      <dgm:t>
        <a:bodyPr/>
        <a:lstStyle/>
        <a:p>
          <a:endParaRPr lang="en-US"/>
        </a:p>
      </dgm:t>
    </dgm:pt>
    <dgm:pt modelId="{8A30B88C-4F1D-45BD-8FB0-E293A797304A}" type="sibTrans" cxnId="{C739ED3E-1D87-422B-B1B0-A85186806260}">
      <dgm:prSet/>
      <dgm:spPr/>
      <dgm:t>
        <a:bodyPr/>
        <a:lstStyle/>
        <a:p>
          <a:endParaRPr lang="en-US"/>
        </a:p>
      </dgm:t>
    </dgm:pt>
    <dgm:pt modelId="{59596256-651F-4560-8155-47E220445D20}" type="pres">
      <dgm:prSet presAssocID="{38B781E8-B5B6-4F5B-BB4B-100633E335C2}" presName="Name0" presStyleCnt="0">
        <dgm:presLayoutVars>
          <dgm:dir/>
          <dgm:animLvl val="lvl"/>
          <dgm:resizeHandles val="exact"/>
        </dgm:presLayoutVars>
      </dgm:prSet>
      <dgm:spPr/>
    </dgm:pt>
    <dgm:pt modelId="{BAEB667D-5686-4EC0-8B09-F263520E4742}" type="pres">
      <dgm:prSet presAssocID="{4C4D34AA-02CB-456C-ABB9-21681E30EC74}" presName="linNode" presStyleCnt="0"/>
      <dgm:spPr>
        <a:scene3d>
          <a:camera prst="orthographicFront"/>
          <a:lightRig rig="threePt" dir="t"/>
        </a:scene3d>
        <a:sp3d>
          <a:bevelT h="38100"/>
        </a:sp3d>
      </dgm:spPr>
    </dgm:pt>
    <dgm:pt modelId="{3BC41B2F-2669-4CE8-BF5E-3B943A86FE2B}" type="pres">
      <dgm:prSet presAssocID="{4C4D34AA-02CB-456C-ABB9-21681E30EC74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18CB0DF8-1EA9-4934-B078-2D1BF0154FCB}" type="pres">
      <dgm:prSet presAssocID="{4C4D34AA-02CB-456C-ABB9-21681E30EC74}" presName="descendantText" presStyleLbl="alignAccFollow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B159C15-A152-48A3-A7EC-AAFF297754DE}" type="pres">
      <dgm:prSet presAssocID="{54E0EAB2-75D6-47BF-A7B0-D8250E288587}" presName="sp" presStyleCnt="0"/>
      <dgm:spPr>
        <a:scene3d>
          <a:camera prst="orthographicFront"/>
          <a:lightRig rig="threePt" dir="t"/>
        </a:scene3d>
        <a:sp3d>
          <a:bevelT h="38100"/>
        </a:sp3d>
      </dgm:spPr>
    </dgm:pt>
    <dgm:pt modelId="{81BCC845-2EF1-477A-A148-D61C4C818083}" type="pres">
      <dgm:prSet presAssocID="{02A07D4B-A8C4-45C8-AB3E-F48D7694A217}" presName="linNode" presStyleCnt="0"/>
      <dgm:spPr>
        <a:scene3d>
          <a:camera prst="orthographicFront"/>
          <a:lightRig rig="threePt" dir="t"/>
        </a:scene3d>
        <a:sp3d>
          <a:bevelT h="38100"/>
        </a:sp3d>
      </dgm:spPr>
    </dgm:pt>
    <dgm:pt modelId="{15570050-CCE8-4D5D-A280-84B905E0A1B8}" type="pres">
      <dgm:prSet presAssocID="{02A07D4B-A8C4-45C8-AB3E-F48D7694A217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2EF86397-A2DD-41B0-9903-CA47F04AE1F9}" type="pres">
      <dgm:prSet presAssocID="{02A07D4B-A8C4-45C8-AB3E-F48D7694A217}" presName="descendantText" presStyleLbl="alignAccFollowNode1" presStyleIdx="1" presStyleCnt="4">
        <dgm:presLayoutVars>
          <dgm:bulletEnabled val="1"/>
        </dgm:presLayoutVars>
      </dgm:prSet>
      <dgm:spPr/>
    </dgm:pt>
    <dgm:pt modelId="{B5B73225-A9EA-4FE5-A03E-9786C87490A5}" type="pres">
      <dgm:prSet presAssocID="{CEDBFE0D-2D4B-425E-A63C-0588F93D74F1}" presName="sp" presStyleCnt="0"/>
      <dgm:spPr>
        <a:scene3d>
          <a:camera prst="orthographicFront"/>
          <a:lightRig rig="threePt" dir="t"/>
        </a:scene3d>
        <a:sp3d>
          <a:bevelT h="38100"/>
        </a:sp3d>
      </dgm:spPr>
    </dgm:pt>
    <dgm:pt modelId="{747588FC-721A-46EF-AF9E-D90E3EFB7300}" type="pres">
      <dgm:prSet presAssocID="{486C3374-8CC6-4CD8-87F7-15D2E2A4BF5C}" presName="linNode" presStyleCnt="0"/>
      <dgm:spPr>
        <a:scene3d>
          <a:camera prst="orthographicFront"/>
          <a:lightRig rig="threePt" dir="t"/>
        </a:scene3d>
        <a:sp3d>
          <a:bevelT h="38100"/>
        </a:sp3d>
      </dgm:spPr>
    </dgm:pt>
    <dgm:pt modelId="{69FB90F6-6782-4389-B870-B0E1E7D9924F}" type="pres">
      <dgm:prSet presAssocID="{486C3374-8CC6-4CD8-87F7-15D2E2A4BF5C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E2DD9B05-2098-4379-8BD1-61247772559F}" type="pres">
      <dgm:prSet presAssocID="{486C3374-8CC6-4CD8-87F7-15D2E2A4BF5C}" presName="descendantText" presStyleLbl="alignAccFollow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1C4FF4E-8B39-4C5B-9420-2C190B641450}" type="pres">
      <dgm:prSet presAssocID="{AB8CEAF4-9993-4E08-90C8-F12DCD2115EC}" presName="sp" presStyleCnt="0"/>
      <dgm:spPr>
        <a:scene3d>
          <a:camera prst="orthographicFront"/>
          <a:lightRig rig="threePt" dir="t"/>
        </a:scene3d>
        <a:sp3d>
          <a:bevelT h="38100"/>
        </a:sp3d>
      </dgm:spPr>
    </dgm:pt>
    <dgm:pt modelId="{F0F7B9B3-DF29-46B2-98E4-8334B5AE6D46}" type="pres">
      <dgm:prSet presAssocID="{5DDCC5B6-3932-4D75-9B69-C34F6E10CB59}" presName="linNode" presStyleCnt="0"/>
      <dgm:spPr>
        <a:scene3d>
          <a:camera prst="orthographicFront"/>
          <a:lightRig rig="threePt" dir="t"/>
        </a:scene3d>
        <a:sp3d>
          <a:bevelT h="38100"/>
        </a:sp3d>
      </dgm:spPr>
    </dgm:pt>
    <dgm:pt modelId="{51A01881-A4F4-432D-B99F-A743E974C7F7}" type="pres">
      <dgm:prSet presAssocID="{5DDCC5B6-3932-4D75-9B69-C34F6E10CB59}" presName="parentText" presStyleLbl="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87890A2-AC47-4E7B-BD72-C91944E12BB3}" type="pres">
      <dgm:prSet presAssocID="{5DDCC5B6-3932-4D75-9B69-C34F6E10CB59}" presName="descendantText" presStyleLbl="alignAccFollow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AF30744-6260-4DF3-9E12-B9BD9F1A81AF}" type="presOf" srcId="{38B781E8-B5B6-4F5B-BB4B-100633E335C2}" destId="{59596256-651F-4560-8155-47E220445D20}" srcOrd="0" destOrd="0" presId="urn:microsoft.com/office/officeart/2005/8/layout/vList5"/>
    <dgm:cxn modelId="{FD6ABF5C-E631-4480-82C1-11F34127C309}" type="presOf" srcId="{5DDCC5B6-3932-4D75-9B69-C34F6E10CB59}" destId="{51A01881-A4F4-432D-B99F-A743E974C7F7}" srcOrd="0" destOrd="0" presId="urn:microsoft.com/office/officeart/2005/8/layout/vList5"/>
    <dgm:cxn modelId="{4E11D95C-B1C8-4BD8-A0FF-342316764955}" type="presOf" srcId="{CC1FA4BC-0D12-45D7-BFB9-6E9240D604B1}" destId="{2EF86397-A2DD-41B0-9903-CA47F04AE1F9}" srcOrd="0" destOrd="0" presId="urn:microsoft.com/office/officeart/2005/8/layout/vList5"/>
    <dgm:cxn modelId="{43D6B588-69B0-49CF-A64B-6C981A8D8232}" type="presOf" srcId="{4C4D34AA-02CB-456C-ABB9-21681E30EC74}" destId="{3BC41B2F-2669-4CE8-BF5E-3B943A86FE2B}" srcOrd="0" destOrd="0" presId="urn:microsoft.com/office/officeart/2005/8/layout/vList5"/>
    <dgm:cxn modelId="{5B9C959D-C336-41DA-8EC9-0C5A8F6DBBE3}" srcId="{38B781E8-B5B6-4F5B-BB4B-100633E335C2}" destId="{486C3374-8CC6-4CD8-87F7-15D2E2A4BF5C}" srcOrd="2" destOrd="0" parTransId="{77865A0E-F672-4973-9D8A-5B0CCBBEE71E}" sibTransId="{AB8CEAF4-9993-4E08-90C8-F12DCD2115EC}"/>
    <dgm:cxn modelId="{B4C8619F-BEDC-40ED-BFDE-3E2758C86C68}" srcId="{5DDCC5B6-3932-4D75-9B69-C34F6E10CB59}" destId="{FCE2FD5B-A6B0-428E-8A62-AF27EF9270CB}" srcOrd="0" destOrd="0" parTransId="{D2E2167F-CF1D-4D3B-9860-0DB48A217F5D}" sibTransId="{513828B1-0850-421D-AB3E-3A31218439D2}"/>
    <dgm:cxn modelId="{4F70806D-D6DF-4A60-9FB0-0ECFEC835760}" type="presOf" srcId="{3507E1B3-1EAD-4C75-94F7-FEACF1531BDF}" destId="{E2DD9B05-2098-4379-8BD1-61247772559F}" srcOrd="0" destOrd="1" presId="urn:microsoft.com/office/officeart/2005/8/layout/vList5"/>
    <dgm:cxn modelId="{E101C665-88BC-408D-828E-5379BE074303}" srcId="{4C4D34AA-02CB-456C-ABB9-21681E30EC74}" destId="{7A5C9A15-5947-4311-873F-F8D13906FA7A}" srcOrd="0" destOrd="0" parTransId="{9DBB5FC4-98D8-44B2-A9CF-AA5431B3DD69}" sibTransId="{296B9766-F7E4-4459-AD4F-E844B489225C}"/>
    <dgm:cxn modelId="{B062B76D-0620-46B3-BC91-36D713228C2A}" srcId="{486C3374-8CC6-4CD8-87F7-15D2E2A4BF5C}" destId="{3507E1B3-1EAD-4C75-94F7-FEACF1531BDF}" srcOrd="1" destOrd="0" parTransId="{EB1D664B-7EFF-4337-ADBF-C7C927265407}" sibTransId="{E951FFE7-2607-4B16-8886-5E0199204F0B}"/>
    <dgm:cxn modelId="{57CA5B01-9BE8-405D-A275-ABA2F932377E}" type="presOf" srcId="{B4993819-2A41-4FAB-973C-7EC4CA405AF5}" destId="{18CB0DF8-1EA9-4934-B078-2D1BF0154FCB}" srcOrd="0" destOrd="1" presId="urn:microsoft.com/office/officeart/2005/8/layout/vList5"/>
    <dgm:cxn modelId="{ED169CF6-95E6-4870-A87F-DA19C6BC4BB6}" type="presOf" srcId="{486C3374-8CC6-4CD8-87F7-15D2E2A4BF5C}" destId="{69FB90F6-6782-4389-B870-B0E1E7D9924F}" srcOrd="0" destOrd="0" presId="urn:microsoft.com/office/officeart/2005/8/layout/vList5"/>
    <dgm:cxn modelId="{8ECA3E55-92B6-448D-A73E-5BF59AF92824}" srcId="{38B781E8-B5B6-4F5B-BB4B-100633E335C2}" destId="{4C4D34AA-02CB-456C-ABB9-21681E30EC74}" srcOrd="0" destOrd="0" parTransId="{D33698C6-E7C3-4526-B407-EBF8E6669B59}" sibTransId="{54E0EAB2-75D6-47BF-A7B0-D8250E288587}"/>
    <dgm:cxn modelId="{3DD6CC68-83EF-449E-B4E2-DEAAC9286E65}" type="presOf" srcId="{02A07D4B-A8C4-45C8-AB3E-F48D7694A217}" destId="{15570050-CCE8-4D5D-A280-84B905E0A1B8}" srcOrd="0" destOrd="0" presId="urn:microsoft.com/office/officeart/2005/8/layout/vList5"/>
    <dgm:cxn modelId="{1429B958-1C69-4941-BE28-4F48541A92DC}" type="presOf" srcId="{FCE2FD5B-A6B0-428E-8A62-AF27EF9270CB}" destId="{C87890A2-AC47-4E7B-BD72-C91944E12BB3}" srcOrd="0" destOrd="0" presId="urn:microsoft.com/office/officeart/2005/8/layout/vList5"/>
    <dgm:cxn modelId="{97D70552-B58E-45AC-9577-ECCD6F2A3DA8}" srcId="{38B781E8-B5B6-4F5B-BB4B-100633E335C2}" destId="{02A07D4B-A8C4-45C8-AB3E-F48D7694A217}" srcOrd="1" destOrd="0" parTransId="{F443584B-62A4-41CA-A4D5-ED331FB1A780}" sibTransId="{CEDBFE0D-2D4B-425E-A63C-0588F93D74F1}"/>
    <dgm:cxn modelId="{14260FEB-003A-417F-9610-DF2173C840D5}" srcId="{38B781E8-B5B6-4F5B-BB4B-100633E335C2}" destId="{5DDCC5B6-3932-4D75-9B69-C34F6E10CB59}" srcOrd="3" destOrd="0" parTransId="{70728897-0F7E-49BD-A328-53820BB457EE}" sibTransId="{ED45BE10-3A0A-486C-8ABE-C9BAA24B2B45}"/>
    <dgm:cxn modelId="{009CE199-C21D-46E6-8981-8C89D0D8BE9B}" type="presOf" srcId="{413C53EE-A167-4FF8-8A71-15DFC409E580}" destId="{2EF86397-A2DD-41B0-9903-CA47F04AE1F9}" srcOrd="0" destOrd="1" presId="urn:microsoft.com/office/officeart/2005/8/layout/vList5"/>
    <dgm:cxn modelId="{5040CBD6-9D32-447D-8B42-A74C4C1393A6}" type="presOf" srcId="{46352F79-756D-4086-A0B1-EDE20E179B28}" destId="{E2DD9B05-2098-4379-8BD1-61247772559F}" srcOrd="0" destOrd="0" presId="urn:microsoft.com/office/officeart/2005/8/layout/vList5"/>
    <dgm:cxn modelId="{0C3C614F-13EE-47E2-85D8-53A9C0BC58CB}" type="presOf" srcId="{7A5C9A15-5947-4311-873F-F8D13906FA7A}" destId="{18CB0DF8-1EA9-4934-B078-2D1BF0154FCB}" srcOrd="0" destOrd="0" presId="urn:microsoft.com/office/officeart/2005/8/layout/vList5"/>
    <dgm:cxn modelId="{E0C4A54D-A317-42C7-9C44-702066B038DA}" srcId="{02A07D4B-A8C4-45C8-AB3E-F48D7694A217}" destId="{CC1FA4BC-0D12-45D7-BFB9-6E9240D604B1}" srcOrd="0" destOrd="0" parTransId="{356A91EC-E8F7-416D-87B2-B31D44538FCE}" sibTransId="{A4C45DA1-8531-4E51-A7F0-DEB6DB21F962}"/>
    <dgm:cxn modelId="{C739ED3E-1D87-422B-B1B0-A85186806260}" srcId="{5DDCC5B6-3932-4D75-9B69-C34F6E10CB59}" destId="{DD5D31EF-3579-4539-BC04-403A9A3C90C2}" srcOrd="1" destOrd="0" parTransId="{3F417AFE-E6B6-4838-8906-B78298FA2CD9}" sibTransId="{8A30B88C-4F1D-45BD-8FB0-E293A797304A}"/>
    <dgm:cxn modelId="{37612444-8EA6-4A90-BDF1-3A46BEC131F9}" type="presOf" srcId="{DD5D31EF-3579-4539-BC04-403A9A3C90C2}" destId="{C87890A2-AC47-4E7B-BD72-C91944E12BB3}" srcOrd="0" destOrd="1" presId="urn:microsoft.com/office/officeart/2005/8/layout/vList5"/>
    <dgm:cxn modelId="{AFC0CB7B-97ED-4D8E-BA1F-EE38E8917EB3}" srcId="{02A07D4B-A8C4-45C8-AB3E-F48D7694A217}" destId="{413C53EE-A167-4FF8-8A71-15DFC409E580}" srcOrd="1" destOrd="0" parTransId="{550608E1-5EC6-4F16-BB64-E5ED963424E1}" sibTransId="{FB88952B-1C0A-43E3-A8B7-E9553DFE9EA0}"/>
    <dgm:cxn modelId="{CA0B3FE7-C13C-4F11-BB00-178B975D3BD8}" srcId="{4C4D34AA-02CB-456C-ABB9-21681E30EC74}" destId="{B4993819-2A41-4FAB-973C-7EC4CA405AF5}" srcOrd="1" destOrd="0" parTransId="{890A9CC7-C5B5-4142-9278-1C6E77F283D2}" sibTransId="{71F54F8A-4609-437C-AAA9-904651A39C08}"/>
    <dgm:cxn modelId="{5CEBC30D-C405-4B37-95FB-01C8C7F2573E}" srcId="{486C3374-8CC6-4CD8-87F7-15D2E2A4BF5C}" destId="{46352F79-756D-4086-A0B1-EDE20E179B28}" srcOrd="0" destOrd="0" parTransId="{8B22F564-E368-48FD-8877-594661CFA504}" sibTransId="{855DE542-4FDC-4967-9900-A0CABECBE610}"/>
    <dgm:cxn modelId="{857DDE9A-37D8-41E9-8E15-9E65FBF31A8E}" type="presParOf" srcId="{59596256-651F-4560-8155-47E220445D20}" destId="{BAEB667D-5686-4EC0-8B09-F263520E4742}" srcOrd="0" destOrd="0" presId="urn:microsoft.com/office/officeart/2005/8/layout/vList5"/>
    <dgm:cxn modelId="{49A2531B-DCD9-481D-B9AC-439FF14ECB77}" type="presParOf" srcId="{BAEB667D-5686-4EC0-8B09-F263520E4742}" destId="{3BC41B2F-2669-4CE8-BF5E-3B943A86FE2B}" srcOrd="0" destOrd="0" presId="urn:microsoft.com/office/officeart/2005/8/layout/vList5"/>
    <dgm:cxn modelId="{B468B911-AAE3-40A0-8F45-6C0B822F8C78}" type="presParOf" srcId="{BAEB667D-5686-4EC0-8B09-F263520E4742}" destId="{18CB0DF8-1EA9-4934-B078-2D1BF0154FCB}" srcOrd="1" destOrd="0" presId="urn:microsoft.com/office/officeart/2005/8/layout/vList5"/>
    <dgm:cxn modelId="{91A4EC9B-204C-4BA7-AA58-411BD83B9113}" type="presParOf" srcId="{59596256-651F-4560-8155-47E220445D20}" destId="{8B159C15-A152-48A3-A7EC-AAFF297754DE}" srcOrd="1" destOrd="0" presId="urn:microsoft.com/office/officeart/2005/8/layout/vList5"/>
    <dgm:cxn modelId="{60E8CA57-DCBF-4C70-A458-1AAD91033407}" type="presParOf" srcId="{59596256-651F-4560-8155-47E220445D20}" destId="{81BCC845-2EF1-477A-A148-D61C4C818083}" srcOrd="2" destOrd="0" presId="urn:microsoft.com/office/officeart/2005/8/layout/vList5"/>
    <dgm:cxn modelId="{0D8EAD0B-9923-4080-9E2A-061CFF003169}" type="presParOf" srcId="{81BCC845-2EF1-477A-A148-D61C4C818083}" destId="{15570050-CCE8-4D5D-A280-84B905E0A1B8}" srcOrd="0" destOrd="0" presId="urn:microsoft.com/office/officeart/2005/8/layout/vList5"/>
    <dgm:cxn modelId="{D46604A8-F2CA-4B8F-AC5A-ACF543FE0CEC}" type="presParOf" srcId="{81BCC845-2EF1-477A-A148-D61C4C818083}" destId="{2EF86397-A2DD-41B0-9903-CA47F04AE1F9}" srcOrd="1" destOrd="0" presId="urn:microsoft.com/office/officeart/2005/8/layout/vList5"/>
    <dgm:cxn modelId="{E3ED1E50-1419-465D-89C0-FD965F8DE940}" type="presParOf" srcId="{59596256-651F-4560-8155-47E220445D20}" destId="{B5B73225-A9EA-4FE5-A03E-9786C87490A5}" srcOrd="3" destOrd="0" presId="urn:microsoft.com/office/officeart/2005/8/layout/vList5"/>
    <dgm:cxn modelId="{9CEABBE0-8745-4E02-8F2B-DD82A6D55C89}" type="presParOf" srcId="{59596256-651F-4560-8155-47E220445D20}" destId="{747588FC-721A-46EF-AF9E-D90E3EFB7300}" srcOrd="4" destOrd="0" presId="urn:microsoft.com/office/officeart/2005/8/layout/vList5"/>
    <dgm:cxn modelId="{892FB458-E887-4594-8857-AD52A4801A86}" type="presParOf" srcId="{747588FC-721A-46EF-AF9E-D90E3EFB7300}" destId="{69FB90F6-6782-4389-B870-B0E1E7D9924F}" srcOrd="0" destOrd="0" presId="urn:microsoft.com/office/officeart/2005/8/layout/vList5"/>
    <dgm:cxn modelId="{1E75EC38-60DE-4845-A45A-2550E6EDCD9D}" type="presParOf" srcId="{747588FC-721A-46EF-AF9E-D90E3EFB7300}" destId="{E2DD9B05-2098-4379-8BD1-61247772559F}" srcOrd="1" destOrd="0" presId="urn:microsoft.com/office/officeart/2005/8/layout/vList5"/>
    <dgm:cxn modelId="{05394C27-6B9D-4F2C-9682-EF4F18A737AA}" type="presParOf" srcId="{59596256-651F-4560-8155-47E220445D20}" destId="{A1C4FF4E-8B39-4C5B-9420-2C190B641450}" srcOrd="5" destOrd="0" presId="urn:microsoft.com/office/officeart/2005/8/layout/vList5"/>
    <dgm:cxn modelId="{88FDAFEC-6FEF-44D9-9771-5458B00A3AFD}" type="presParOf" srcId="{59596256-651F-4560-8155-47E220445D20}" destId="{F0F7B9B3-DF29-46B2-98E4-8334B5AE6D46}" srcOrd="6" destOrd="0" presId="urn:microsoft.com/office/officeart/2005/8/layout/vList5"/>
    <dgm:cxn modelId="{61E1F6AD-C334-496D-B5EB-94541F0C2508}" type="presParOf" srcId="{F0F7B9B3-DF29-46B2-98E4-8334B5AE6D46}" destId="{51A01881-A4F4-432D-B99F-A743E974C7F7}" srcOrd="0" destOrd="0" presId="urn:microsoft.com/office/officeart/2005/8/layout/vList5"/>
    <dgm:cxn modelId="{6E8A68F0-8C54-44D2-9E2D-44E25E25B684}" type="presParOf" srcId="{F0F7B9B3-DF29-46B2-98E4-8334B5AE6D46}" destId="{C87890A2-AC47-4E7B-BD72-C91944E12BB3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A0B3E74-D31B-4C7C-8B72-17A8C6D3EDA6}" type="doc">
      <dgm:prSet loTypeId="urn:microsoft.com/office/officeart/2005/8/layout/matrix1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C60DF73-5854-49E8-BB46-EBE4BB69C20F}">
      <dgm:prSet phldrT="[Text]"/>
      <dgm:spPr>
        <a:scene3d>
          <a:camera prst="orthographicFront"/>
          <a:lightRig rig="threePt" dir="t"/>
        </a:scene3d>
        <a:sp3d>
          <a:bevelT h="38100"/>
        </a:sp3d>
      </dgm:spPr>
      <dgm:t>
        <a:bodyPr/>
        <a:lstStyle/>
        <a:p>
          <a:r>
            <a:rPr lang="en-US" dirty="0" smtClean="0">
              <a:latin typeface="Bell MT" panose="02020503060305020303" pitchFamily="18" charset="0"/>
            </a:rPr>
            <a:t>Tested Cases</a:t>
          </a:r>
          <a:endParaRPr lang="en-US" dirty="0">
            <a:latin typeface="Bell MT" panose="02020503060305020303" pitchFamily="18" charset="0"/>
          </a:endParaRPr>
        </a:p>
      </dgm:t>
    </dgm:pt>
    <dgm:pt modelId="{6C05E13E-3D7A-40C1-99C0-BF6D43DEEF06}" type="parTrans" cxnId="{4AD4337D-54AB-4279-806D-51922A5D98AD}">
      <dgm:prSet/>
      <dgm:spPr/>
      <dgm:t>
        <a:bodyPr/>
        <a:lstStyle/>
        <a:p>
          <a:endParaRPr lang="en-US"/>
        </a:p>
      </dgm:t>
    </dgm:pt>
    <dgm:pt modelId="{6BBDCE3B-8CA2-4D39-A084-B5A47EBF0428}" type="sibTrans" cxnId="{4AD4337D-54AB-4279-806D-51922A5D98AD}">
      <dgm:prSet/>
      <dgm:spPr/>
      <dgm:t>
        <a:bodyPr/>
        <a:lstStyle/>
        <a:p>
          <a:endParaRPr lang="en-US"/>
        </a:p>
      </dgm:t>
    </dgm:pt>
    <dgm:pt modelId="{0C3392EC-7BCD-4F06-9D8C-78BF921B9869}">
      <dgm:prSet phldrT="[Text]"/>
      <dgm:spPr>
        <a:solidFill>
          <a:schemeClr val="accent2">
            <a:lumMod val="75000"/>
          </a:schemeClr>
        </a:solidFill>
        <a:scene3d>
          <a:camera prst="orthographicFront"/>
          <a:lightRig rig="threePt" dir="t"/>
        </a:scene3d>
        <a:sp3d>
          <a:bevelT h="38100"/>
        </a:sp3d>
      </dgm:spPr>
      <dgm:t>
        <a:bodyPr/>
        <a:lstStyle/>
        <a:p>
          <a:r>
            <a:rPr lang="en-US" dirty="0" smtClean="0">
              <a:latin typeface="Bell MT" panose="02020503060305020303" pitchFamily="18" charset="0"/>
            </a:rPr>
            <a:t>SCADA  Only</a:t>
          </a:r>
          <a:endParaRPr lang="en-US" dirty="0">
            <a:latin typeface="Bell MT" panose="02020503060305020303" pitchFamily="18" charset="0"/>
          </a:endParaRPr>
        </a:p>
      </dgm:t>
    </dgm:pt>
    <dgm:pt modelId="{C5ACAB42-01A7-4BA3-8B7E-5187CA0B9434}" type="parTrans" cxnId="{0824DD56-0705-4170-A375-71C34467768A}">
      <dgm:prSet/>
      <dgm:spPr/>
      <dgm:t>
        <a:bodyPr/>
        <a:lstStyle/>
        <a:p>
          <a:endParaRPr lang="en-US"/>
        </a:p>
      </dgm:t>
    </dgm:pt>
    <dgm:pt modelId="{D41A5890-A3A2-4E68-905A-3553CE43591D}" type="sibTrans" cxnId="{0824DD56-0705-4170-A375-71C34467768A}">
      <dgm:prSet/>
      <dgm:spPr/>
      <dgm:t>
        <a:bodyPr/>
        <a:lstStyle/>
        <a:p>
          <a:endParaRPr lang="en-US"/>
        </a:p>
      </dgm:t>
    </dgm:pt>
    <dgm:pt modelId="{B18F32F1-F66C-453C-A244-9744B41D40A8}">
      <dgm:prSet phldrT="[Text]"/>
      <dgm:spPr>
        <a:solidFill>
          <a:schemeClr val="accent6">
            <a:lumMod val="50000"/>
          </a:schemeClr>
        </a:solidFill>
        <a:scene3d>
          <a:camera prst="orthographicFront"/>
          <a:lightRig rig="threePt" dir="t"/>
        </a:scene3d>
        <a:sp3d>
          <a:bevelT h="38100"/>
        </a:sp3d>
      </dgm:spPr>
      <dgm:t>
        <a:bodyPr/>
        <a:lstStyle/>
        <a:p>
          <a:r>
            <a:rPr lang="en-US" dirty="0" smtClean="0">
              <a:latin typeface="Bell MT" panose="02020503060305020303" pitchFamily="18" charset="0"/>
            </a:rPr>
            <a:t>SCADA + PMU and Corrupted Data</a:t>
          </a:r>
          <a:endParaRPr lang="en-US" dirty="0">
            <a:latin typeface="Bell MT" panose="02020503060305020303" pitchFamily="18" charset="0"/>
          </a:endParaRPr>
        </a:p>
      </dgm:t>
    </dgm:pt>
    <dgm:pt modelId="{62B4C6A7-754E-4C83-86F6-C2FDD8355A98}" type="parTrans" cxnId="{1707004C-D16A-4474-B1C2-41E43B17979E}">
      <dgm:prSet/>
      <dgm:spPr/>
      <dgm:t>
        <a:bodyPr/>
        <a:lstStyle/>
        <a:p>
          <a:endParaRPr lang="en-US"/>
        </a:p>
      </dgm:t>
    </dgm:pt>
    <dgm:pt modelId="{53B6FA73-7AEE-43AA-9540-BB5394755CBB}" type="sibTrans" cxnId="{1707004C-D16A-4474-B1C2-41E43B17979E}">
      <dgm:prSet/>
      <dgm:spPr/>
      <dgm:t>
        <a:bodyPr/>
        <a:lstStyle/>
        <a:p>
          <a:endParaRPr lang="en-US"/>
        </a:p>
      </dgm:t>
    </dgm:pt>
    <dgm:pt modelId="{230B8308-2C06-43B3-A191-CB04883E7A33}">
      <dgm:prSet phldrT="[Text]"/>
      <dgm:spPr>
        <a:solidFill>
          <a:srgbClr val="FF0000"/>
        </a:solidFill>
        <a:scene3d>
          <a:camera prst="orthographicFront"/>
          <a:lightRig rig="threePt" dir="t"/>
        </a:scene3d>
        <a:sp3d>
          <a:bevelT h="38100"/>
        </a:sp3d>
      </dgm:spPr>
      <dgm:t>
        <a:bodyPr/>
        <a:lstStyle/>
        <a:p>
          <a:r>
            <a:rPr lang="en-US" dirty="0" smtClean="0">
              <a:latin typeface="Bell MT" panose="02020503060305020303" pitchFamily="18" charset="0"/>
            </a:rPr>
            <a:t>Insufficient Measurements</a:t>
          </a:r>
          <a:endParaRPr lang="en-US" dirty="0">
            <a:latin typeface="Bell MT" panose="02020503060305020303" pitchFamily="18" charset="0"/>
          </a:endParaRPr>
        </a:p>
      </dgm:t>
    </dgm:pt>
    <dgm:pt modelId="{4D32139B-59E1-4C3D-8D56-251EBD7517B3}" type="parTrans" cxnId="{325F2F48-FFFF-47C2-8AAB-16F667E567EC}">
      <dgm:prSet/>
      <dgm:spPr/>
      <dgm:t>
        <a:bodyPr/>
        <a:lstStyle/>
        <a:p>
          <a:endParaRPr lang="en-US"/>
        </a:p>
      </dgm:t>
    </dgm:pt>
    <dgm:pt modelId="{48C70D08-65CF-4F8F-9B05-0FD42E214F3A}" type="sibTrans" cxnId="{325F2F48-FFFF-47C2-8AAB-16F667E567EC}">
      <dgm:prSet/>
      <dgm:spPr/>
      <dgm:t>
        <a:bodyPr/>
        <a:lstStyle/>
        <a:p>
          <a:endParaRPr lang="en-US"/>
        </a:p>
      </dgm:t>
    </dgm:pt>
    <dgm:pt modelId="{A5B2DD56-8659-4F2B-9F83-5E1840B7A018}">
      <dgm:prSet phldrT="[Text]"/>
      <dgm:spPr>
        <a:solidFill>
          <a:srgbClr val="002060"/>
        </a:solidFill>
        <a:scene3d>
          <a:camera prst="orthographicFront"/>
          <a:lightRig rig="threePt" dir="t"/>
        </a:scene3d>
        <a:sp3d>
          <a:bevelT h="38100"/>
        </a:sp3d>
      </dgm:spPr>
      <dgm:t>
        <a:bodyPr/>
        <a:lstStyle/>
        <a:p>
          <a:r>
            <a:rPr lang="en-US" dirty="0" smtClean="0">
              <a:latin typeface="Bell MT" panose="02020503060305020303" pitchFamily="18" charset="0"/>
            </a:rPr>
            <a:t>Skipped</a:t>
          </a:r>
          <a:r>
            <a:rPr lang="en-US" dirty="0" smtClean="0"/>
            <a:t> </a:t>
          </a:r>
          <a:r>
            <a:rPr lang="en-US" dirty="0" smtClean="0">
              <a:latin typeface="Bell MT" panose="02020503060305020303" pitchFamily="18" charset="0"/>
            </a:rPr>
            <a:t>Measurements</a:t>
          </a:r>
          <a:endParaRPr lang="en-US" dirty="0">
            <a:latin typeface="Bell MT" panose="02020503060305020303" pitchFamily="18" charset="0"/>
          </a:endParaRPr>
        </a:p>
      </dgm:t>
    </dgm:pt>
    <dgm:pt modelId="{059295F9-FEA6-4E1C-8C46-0354DD449616}" type="parTrans" cxnId="{63D01A68-D5F8-4FDD-BF2D-4FA4075181A7}">
      <dgm:prSet/>
      <dgm:spPr/>
      <dgm:t>
        <a:bodyPr/>
        <a:lstStyle/>
        <a:p>
          <a:endParaRPr lang="en-US"/>
        </a:p>
      </dgm:t>
    </dgm:pt>
    <dgm:pt modelId="{DD81B4E9-8344-4AB1-8DD4-7EAC9D48E27F}" type="sibTrans" cxnId="{63D01A68-D5F8-4FDD-BF2D-4FA4075181A7}">
      <dgm:prSet/>
      <dgm:spPr/>
      <dgm:t>
        <a:bodyPr/>
        <a:lstStyle/>
        <a:p>
          <a:endParaRPr lang="en-US"/>
        </a:p>
      </dgm:t>
    </dgm:pt>
    <dgm:pt modelId="{598D6827-045F-40B0-B1EB-187115593DDD}" type="pres">
      <dgm:prSet presAssocID="{CA0B3E74-D31B-4C7C-8B72-17A8C6D3EDA6}" presName="diagram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E60821FF-B91B-4931-8C2F-3C48E8B4C1EC}" type="pres">
      <dgm:prSet presAssocID="{CA0B3E74-D31B-4C7C-8B72-17A8C6D3EDA6}" presName="matrix" presStyleCnt="0"/>
      <dgm:spPr/>
    </dgm:pt>
    <dgm:pt modelId="{18950BF1-D9E2-4F80-884F-9AA6DA55C428}" type="pres">
      <dgm:prSet presAssocID="{CA0B3E74-D31B-4C7C-8B72-17A8C6D3EDA6}" presName="tile1" presStyleLbl="node1" presStyleIdx="0" presStyleCnt="4" custLinFactNeighborX="0" custLinFactNeighborY="911"/>
      <dgm:spPr/>
      <dgm:t>
        <a:bodyPr/>
        <a:lstStyle/>
        <a:p>
          <a:endParaRPr lang="en-US"/>
        </a:p>
      </dgm:t>
    </dgm:pt>
    <dgm:pt modelId="{8A94EA55-F9C3-4688-8C1C-5DDEBCC1B724}" type="pres">
      <dgm:prSet presAssocID="{CA0B3E74-D31B-4C7C-8B72-17A8C6D3EDA6}" presName="tile1text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0F8F4F0-0D43-4D66-A452-113C29C8E81C}" type="pres">
      <dgm:prSet presAssocID="{CA0B3E74-D31B-4C7C-8B72-17A8C6D3EDA6}" presName="tile2" presStyleLbl="node1" presStyleIdx="1" presStyleCnt="4" custLinFactNeighborY="0"/>
      <dgm:spPr/>
      <dgm:t>
        <a:bodyPr/>
        <a:lstStyle/>
        <a:p>
          <a:endParaRPr lang="en-US"/>
        </a:p>
      </dgm:t>
    </dgm:pt>
    <dgm:pt modelId="{99B2D6F3-F424-4243-A2E8-0F1743850C97}" type="pres">
      <dgm:prSet presAssocID="{CA0B3E74-D31B-4C7C-8B72-17A8C6D3EDA6}" presName="tile2text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D747D97-BCE9-485E-B887-7AA6AF29FC4F}" type="pres">
      <dgm:prSet presAssocID="{CA0B3E74-D31B-4C7C-8B72-17A8C6D3EDA6}" presName="tile3" presStyleLbl="node1" presStyleIdx="2" presStyleCnt="4" custLinFactNeighborY="0"/>
      <dgm:spPr/>
      <dgm:t>
        <a:bodyPr/>
        <a:lstStyle/>
        <a:p>
          <a:endParaRPr lang="en-US"/>
        </a:p>
      </dgm:t>
    </dgm:pt>
    <dgm:pt modelId="{D669FE6E-A1AE-43A8-9D28-F3BCAD0499B9}" type="pres">
      <dgm:prSet presAssocID="{CA0B3E74-D31B-4C7C-8B72-17A8C6D3EDA6}" presName="tile3text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CDED0F5-1726-4E75-A20D-0DE6A9DE69AF}" type="pres">
      <dgm:prSet presAssocID="{CA0B3E74-D31B-4C7C-8B72-17A8C6D3EDA6}" presName="tile4" presStyleLbl="node1" presStyleIdx="3" presStyleCnt="4" custLinFactNeighborY="0"/>
      <dgm:spPr/>
      <dgm:t>
        <a:bodyPr/>
        <a:lstStyle/>
        <a:p>
          <a:endParaRPr lang="en-US"/>
        </a:p>
      </dgm:t>
    </dgm:pt>
    <dgm:pt modelId="{71E91428-0B18-4542-AC1B-670BF04310F9}" type="pres">
      <dgm:prSet presAssocID="{CA0B3E74-D31B-4C7C-8B72-17A8C6D3EDA6}" presName="tile4text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315C9C5-463C-4F41-B742-4DC771115B4F}" type="pres">
      <dgm:prSet presAssocID="{CA0B3E74-D31B-4C7C-8B72-17A8C6D3EDA6}" presName="centerTile" presStyleLbl="fgShp" presStyleIdx="0" presStyleCnt="1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</dgm:ptLst>
  <dgm:cxnLst>
    <dgm:cxn modelId="{0824DD56-0705-4170-A375-71C34467768A}" srcId="{DC60DF73-5854-49E8-BB46-EBE4BB69C20F}" destId="{0C3392EC-7BCD-4F06-9D8C-78BF921B9869}" srcOrd="0" destOrd="0" parTransId="{C5ACAB42-01A7-4BA3-8B7E-5187CA0B9434}" sibTransId="{D41A5890-A3A2-4E68-905A-3553CE43591D}"/>
    <dgm:cxn modelId="{3DB666EA-43C4-4BA9-9A51-66B3DF3AD152}" type="presOf" srcId="{B18F32F1-F66C-453C-A244-9744B41D40A8}" destId="{99B2D6F3-F424-4243-A2E8-0F1743850C97}" srcOrd="1" destOrd="0" presId="urn:microsoft.com/office/officeart/2005/8/layout/matrix1"/>
    <dgm:cxn modelId="{9BFC0427-8290-415D-AC55-DD4B00CB0B47}" type="presOf" srcId="{A5B2DD56-8659-4F2B-9F83-5E1840B7A018}" destId="{71E91428-0B18-4542-AC1B-670BF04310F9}" srcOrd="1" destOrd="0" presId="urn:microsoft.com/office/officeart/2005/8/layout/matrix1"/>
    <dgm:cxn modelId="{F933E6F6-DBAA-4C39-84FE-DD0E7051B1A8}" type="presOf" srcId="{0C3392EC-7BCD-4F06-9D8C-78BF921B9869}" destId="{18950BF1-D9E2-4F80-884F-9AA6DA55C428}" srcOrd="0" destOrd="0" presId="urn:microsoft.com/office/officeart/2005/8/layout/matrix1"/>
    <dgm:cxn modelId="{640B3ADD-0849-425E-B5DB-B476C7D261BA}" type="presOf" srcId="{0C3392EC-7BCD-4F06-9D8C-78BF921B9869}" destId="{8A94EA55-F9C3-4688-8C1C-5DDEBCC1B724}" srcOrd="1" destOrd="0" presId="urn:microsoft.com/office/officeart/2005/8/layout/matrix1"/>
    <dgm:cxn modelId="{C76D0393-2CAE-4147-9F5F-2967BC978395}" type="presOf" srcId="{230B8308-2C06-43B3-A191-CB04883E7A33}" destId="{D669FE6E-A1AE-43A8-9D28-F3BCAD0499B9}" srcOrd="1" destOrd="0" presId="urn:microsoft.com/office/officeart/2005/8/layout/matrix1"/>
    <dgm:cxn modelId="{56AF042C-0242-4C74-BB40-9A0C78EFCA9F}" type="presOf" srcId="{CA0B3E74-D31B-4C7C-8B72-17A8C6D3EDA6}" destId="{598D6827-045F-40B0-B1EB-187115593DDD}" srcOrd="0" destOrd="0" presId="urn:microsoft.com/office/officeart/2005/8/layout/matrix1"/>
    <dgm:cxn modelId="{63D01A68-D5F8-4FDD-BF2D-4FA4075181A7}" srcId="{DC60DF73-5854-49E8-BB46-EBE4BB69C20F}" destId="{A5B2DD56-8659-4F2B-9F83-5E1840B7A018}" srcOrd="3" destOrd="0" parTransId="{059295F9-FEA6-4E1C-8C46-0354DD449616}" sibTransId="{DD81B4E9-8344-4AB1-8DD4-7EAC9D48E27F}"/>
    <dgm:cxn modelId="{00693017-3BF9-4E86-BB0B-96B44AFB81B0}" type="presOf" srcId="{230B8308-2C06-43B3-A191-CB04883E7A33}" destId="{8D747D97-BCE9-485E-B887-7AA6AF29FC4F}" srcOrd="0" destOrd="0" presId="urn:microsoft.com/office/officeart/2005/8/layout/matrix1"/>
    <dgm:cxn modelId="{1707004C-D16A-4474-B1C2-41E43B17979E}" srcId="{DC60DF73-5854-49E8-BB46-EBE4BB69C20F}" destId="{B18F32F1-F66C-453C-A244-9744B41D40A8}" srcOrd="1" destOrd="0" parTransId="{62B4C6A7-754E-4C83-86F6-C2FDD8355A98}" sibTransId="{53B6FA73-7AEE-43AA-9540-BB5394755CBB}"/>
    <dgm:cxn modelId="{7955D262-94A2-4218-8D84-C715BF845817}" type="presOf" srcId="{B18F32F1-F66C-453C-A244-9744B41D40A8}" destId="{F0F8F4F0-0D43-4D66-A452-113C29C8E81C}" srcOrd="0" destOrd="0" presId="urn:microsoft.com/office/officeart/2005/8/layout/matrix1"/>
    <dgm:cxn modelId="{325F2F48-FFFF-47C2-8AAB-16F667E567EC}" srcId="{DC60DF73-5854-49E8-BB46-EBE4BB69C20F}" destId="{230B8308-2C06-43B3-A191-CB04883E7A33}" srcOrd="2" destOrd="0" parTransId="{4D32139B-59E1-4C3D-8D56-251EBD7517B3}" sibTransId="{48C70D08-65CF-4F8F-9B05-0FD42E214F3A}"/>
    <dgm:cxn modelId="{67EA45F8-88AB-4A5C-A786-2CA346E2CE12}" type="presOf" srcId="{DC60DF73-5854-49E8-BB46-EBE4BB69C20F}" destId="{D315C9C5-463C-4F41-B742-4DC771115B4F}" srcOrd="0" destOrd="0" presId="urn:microsoft.com/office/officeart/2005/8/layout/matrix1"/>
    <dgm:cxn modelId="{4AD4337D-54AB-4279-806D-51922A5D98AD}" srcId="{CA0B3E74-D31B-4C7C-8B72-17A8C6D3EDA6}" destId="{DC60DF73-5854-49E8-BB46-EBE4BB69C20F}" srcOrd="0" destOrd="0" parTransId="{6C05E13E-3D7A-40C1-99C0-BF6D43DEEF06}" sibTransId="{6BBDCE3B-8CA2-4D39-A084-B5A47EBF0428}"/>
    <dgm:cxn modelId="{DAC1715A-86C1-4D43-8447-B19DC08CD9B3}" type="presOf" srcId="{A5B2DD56-8659-4F2B-9F83-5E1840B7A018}" destId="{5CDED0F5-1726-4E75-A20D-0DE6A9DE69AF}" srcOrd="0" destOrd="0" presId="urn:microsoft.com/office/officeart/2005/8/layout/matrix1"/>
    <dgm:cxn modelId="{C9D2A8A4-ADF5-40FC-A193-05E6CE6F7050}" type="presParOf" srcId="{598D6827-045F-40B0-B1EB-187115593DDD}" destId="{E60821FF-B91B-4931-8C2F-3C48E8B4C1EC}" srcOrd="0" destOrd="0" presId="urn:microsoft.com/office/officeart/2005/8/layout/matrix1"/>
    <dgm:cxn modelId="{DE6E711F-37A1-48E0-BCBA-6F4BDBBBD48C}" type="presParOf" srcId="{E60821FF-B91B-4931-8C2F-3C48E8B4C1EC}" destId="{18950BF1-D9E2-4F80-884F-9AA6DA55C428}" srcOrd="0" destOrd="0" presId="urn:microsoft.com/office/officeart/2005/8/layout/matrix1"/>
    <dgm:cxn modelId="{66A5AC4B-5A42-42DC-A4B9-86B12017A6C1}" type="presParOf" srcId="{E60821FF-B91B-4931-8C2F-3C48E8B4C1EC}" destId="{8A94EA55-F9C3-4688-8C1C-5DDEBCC1B724}" srcOrd="1" destOrd="0" presId="urn:microsoft.com/office/officeart/2005/8/layout/matrix1"/>
    <dgm:cxn modelId="{7F9329E8-7B17-4E29-987D-4EACB0C0523C}" type="presParOf" srcId="{E60821FF-B91B-4931-8C2F-3C48E8B4C1EC}" destId="{F0F8F4F0-0D43-4D66-A452-113C29C8E81C}" srcOrd="2" destOrd="0" presId="urn:microsoft.com/office/officeart/2005/8/layout/matrix1"/>
    <dgm:cxn modelId="{BB470726-670C-4119-A8A0-D1341CE33B4D}" type="presParOf" srcId="{E60821FF-B91B-4931-8C2F-3C48E8B4C1EC}" destId="{99B2D6F3-F424-4243-A2E8-0F1743850C97}" srcOrd="3" destOrd="0" presId="urn:microsoft.com/office/officeart/2005/8/layout/matrix1"/>
    <dgm:cxn modelId="{E64F6658-3E3B-4D27-B8CE-A6218FBF4403}" type="presParOf" srcId="{E60821FF-B91B-4931-8C2F-3C48E8B4C1EC}" destId="{8D747D97-BCE9-485E-B887-7AA6AF29FC4F}" srcOrd="4" destOrd="0" presId="urn:microsoft.com/office/officeart/2005/8/layout/matrix1"/>
    <dgm:cxn modelId="{2278434F-4489-4E64-A26C-CE92BF066F25}" type="presParOf" srcId="{E60821FF-B91B-4931-8C2F-3C48E8B4C1EC}" destId="{D669FE6E-A1AE-43A8-9D28-F3BCAD0499B9}" srcOrd="5" destOrd="0" presId="urn:microsoft.com/office/officeart/2005/8/layout/matrix1"/>
    <dgm:cxn modelId="{DF990C13-444B-4A19-BE43-1B12812A0334}" type="presParOf" srcId="{E60821FF-B91B-4931-8C2F-3C48E8B4C1EC}" destId="{5CDED0F5-1726-4E75-A20D-0DE6A9DE69AF}" srcOrd="6" destOrd="0" presId="urn:microsoft.com/office/officeart/2005/8/layout/matrix1"/>
    <dgm:cxn modelId="{FAEAF359-220B-45BB-B8EE-FB7280386714}" type="presParOf" srcId="{E60821FF-B91B-4931-8C2F-3C48E8B4C1EC}" destId="{71E91428-0B18-4542-AC1B-670BF04310F9}" srcOrd="7" destOrd="0" presId="urn:microsoft.com/office/officeart/2005/8/layout/matrix1"/>
    <dgm:cxn modelId="{C0364D70-D0D7-4695-B89C-C44F4615A598}" type="presParOf" srcId="{598D6827-045F-40B0-B1EB-187115593DDD}" destId="{D315C9C5-463C-4F41-B742-4DC771115B4F}" srcOrd="1" destOrd="0" presId="urn:microsoft.com/office/officeart/2005/8/layout/matrix1"/>
  </dgm:cxnLst>
  <dgm:bg/>
  <dgm:whole/>
  <dgm:extLst>
    <a:ext uri="http://schemas.microsoft.com/office/drawing/2008/diagram">
      <dsp:dataModelExt xmlns:dsp="http://schemas.microsoft.com/office/drawing/2008/diagram" relId="rId19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3FEE191-D0D8-4476-A21E-36F2C6988324}" type="doc">
      <dgm:prSet loTypeId="urn:microsoft.com/office/officeart/2005/8/layout/hierarchy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E1D6A98-9591-4BCA-8DAC-072B868F0455}">
      <dgm:prSet phldrT="[Text]"/>
      <dgm:spPr>
        <a:solidFill>
          <a:schemeClr val="accent1">
            <a:lumMod val="75000"/>
          </a:schemeClr>
        </a:solidFill>
        <a:scene3d>
          <a:camera prst="orthographicFront"/>
          <a:lightRig rig="threePt" dir="t"/>
        </a:scene3d>
        <a:sp3d>
          <a:bevelT h="38100"/>
        </a:sp3d>
      </dgm:spPr>
      <dgm:t>
        <a:bodyPr/>
        <a:lstStyle/>
        <a:p>
          <a:r>
            <a:rPr lang="en-US" dirty="0" smtClean="0">
              <a:latin typeface="Bell MT" panose="02020503060305020303" pitchFamily="18" charset="0"/>
            </a:rPr>
            <a:t>Resources</a:t>
          </a:r>
          <a:endParaRPr lang="en-US" dirty="0">
            <a:latin typeface="Bell MT" panose="02020503060305020303" pitchFamily="18" charset="0"/>
          </a:endParaRPr>
        </a:p>
      </dgm:t>
    </dgm:pt>
    <dgm:pt modelId="{D2157841-924F-4FAB-8076-3F335A3C95E2}" type="parTrans" cxnId="{BFCB44C1-CE8E-4DB5-B093-7D2344AFF4BC}">
      <dgm:prSet/>
      <dgm:spPr/>
      <dgm:t>
        <a:bodyPr/>
        <a:lstStyle/>
        <a:p>
          <a:endParaRPr lang="en-US"/>
        </a:p>
      </dgm:t>
    </dgm:pt>
    <dgm:pt modelId="{74D377BB-50C4-497F-A67D-9A6C49B5B7B5}" type="sibTrans" cxnId="{BFCB44C1-CE8E-4DB5-B093-7D2344AFF4BC}">
      <dgm:prSet/>
      <dgm:spPr/>
      <dgm:t>
        <a:bodyPr/>
        <a:lstStyle/>
        <a:p>
          <a:endParaRPr lang="en-US"/>
        </a:p>
      </dgm:t>
    </dgm:pt>
    <dgm:pt modelId="{F726714F-0F87-4D17-9D43-635BC115C472}">
      <dgm:prSet phldrT="[Text]"/>
      <dgm:spPr/>
      <dgm:t>
        <a:bodyPr/>
        <a:lstStyle/>
        <a:p>
          <a:r>
            <a:rPr lang="en-US" dirty="0" smtClean="0">
              <a:latin typeface="Bell MT" panose="02020503060305020303" pitchFamily="18" charset="0"/>
            </a:rPr>
            <a:t>PET</a:t>
          </a:r>
          <a:endParaRPr lang="en-US" dirty="0">
            <a:latin typeface="Bell MT" panose="02020503060305020303" pitchFamily="18" charset="0"/>
          </a:endParaRPr>
        </a:p>
      </dgm:t>
    </dgm:pt>
    <dgm:pt modelId="{01F5FEFD-11C9-405E-8576-E5F9CB727A20}" type="parTrans" cxnId="{08C1F4C6-2E53-4098-BD47-FF10395604D9}">
      <dgm:prSet/>
      <dgm:spPr/>
      <dgm:t>
        <a:bodyPr/>
        <a:lstStyle/>
        <a:p>
          <a:endParaRPr lang="en-US"/>
        </a:p>
      </dgm:t>
    </dgm:pt>
    <dgm:pt modelId="{6D457B07-1001-4D88-8713-AD7335CD7A89}" type="sibTrans" cxnId="{08C1F4C6-2E53-4098-BD47-FF10395604D9}">
      <dgm:prSet/>
      <dgm:spPr/>
      <dgm:t>
        <a:bodyPr/>
        <a:lstStyle/>
        <a:p>
          <a:endParaRPr lang="en-US"/>
        </a:p>
      </dgm:t>
    </dgm:pt>
    <dgm:pt modelId="{D33D7FF3-FD86-4260-A5FF-61857A2819C0}">
      <dgm:prSet phldrT="[Text]"/>
      <dgm:spPr/>
      <dgm:t>
        <a:bodyPr/>
        <a:lstStyle/>
        <a:p>
          <a:r>
            <a:rPr lang="en-US" dirty="0" err="1" smtClean="0">
              <a:latin typeface="Bell MT" panose="02020503060305020303" pitchFamily="18" charset="0"/>
            </a:rPr>
            <a:t>PyCharm</a:t>
          </a:r>
          <a:endParaRPr lang="en-US" dirty="0">
            <a:latin typeface="Bell MT" panose="02020503060305020303" pitchFamily="18" charset="0"/>
          </a:endParaRPr>
        </a:p>
      </dgm:t>
    </dgm:pt>
    <dgm:pt modelId="{78903B49-8B4D-4FCC-A8E2-6EF196442606}" type="parTrans" cxnId="{BB61A740-3E31-46DC-B008-E05028BEF0CC}">
      <dgm:prSet/>
      <dgm:spPr/>
      <dgm:t>
        <a:bodyPr/>
        <a:lstStyle/>
        <a:p>
          <a:endParaRPr lang="en-US"/>
        </a:p>
      </dgm:t>
    </dgm:pt>
    <dgm:pt modelId="{9D45C758-D26B-44BF-991A-360BC679658B}" type="sibTrans" cxnId="{BB61A740-3E31-46DC-B008-E05028BEF0CC}">
      <dgm:prSet/>
      <dgm:spPr/>
      <dgm:t>
        <a:bodyPr/>
        <a:lstStyle/>
        <a:p>
          <a:endParaRPr lang="en-US"/>
        </a:p>
      </dgm:t>
    </dgm:pt>
    <dgm:pt modelId="{8AE04299-E46E-4814-971C-89D39CBF19B0}">
      <dgm:prSet phldrT="[Text]"/>
      <dgm:spPr/>
      <dgm:t>
        <a:bodyPr/>
        <a:lstStyle/>
        <a:p>
          <a:r>
            <a:rPr lang="en-US" dirty="0" smtClean="0">
              <a:latin typeface="Bell MT" panose="02020503060305020303" pitchFamily="18" charset="0"/>
            </a:rPr>
            <a:t>Claude</a:t>
          </a:r>
          <a:endParaRPr lang="en-US" dirty="0">
            <a:latin typeface="Bell MT" panose="02020503060305020303" pitchFamily="18" charset="0"/>
          </a:endParaRPr>
        </a:p>
      </dgm:t>
    </dgm:pt>
    <dgm:pt modelId="{A023BEF9-C361-4E4F-B9FC-3896C0BFBE88}" type="parTrans" cxnId="{A21D3852-6595-4F58-A9DF-92B84DD6B914}">
      <dgm:prSet/>
      <dgm:spPr/>
      <dgm:t>
        <a:bodyPr/>
        <a:lstStyle/>
        <a:p>
          <a:endParaRPr lang="en-US"/>
        </a:p>
      </dgm:t>
    </dgm:pt>
    <dgm:pt modelId="{65C43BF1-1EC7-4ECF-8726-8797CB45187B}" type="sibTrans" cxnId="{A21D3852-6595-4F58-A9DF-92B84DD6B914}">
      <dgm:prSet/>
      <dgm:spPr/>
      <dgm:t>
        <a:bodyPr/>
        <a:lstStyle/>
        <a:p>
          <a:endParaRPr lang="en-US"/>
        </a:p>
      </dgm:t>
    </dgm:pt>
    <dgm:pt modelId="{76945354-7820-404D-813A-C5E1F8CA3D0A}" type="pres">
      <dgm:prSet presAssocID="{53FEE191-D0D8-4476-A21E-36F2C6988324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E9081E1-16FB-4413-A872-6DFC0A20049D}" type="pres">
      <dgm:prSet presAssocID="{1E1D6A98-9591-4BCA-8DAC-072B868F0455}" presName="root" presStyleCnt="0"/>
      <dgm:spPr/>
    </dgm:pt>
    <dgm:pt modelId="{AC5B6EAF-7E7F-4644-9EFC-3C249A54E2B8}" type="pres">
      <dgm:prSet presAssocID="{1E1D6A98-9591-4BCA-8DAC-072B868F0455}" presName="rootComposite" presStyleCnt="0"/>
      <dgm:spPr/>
    </dgm:pt>
    <dgm:pt modelId="{31D420EA-FCC9-4C31-AB5D-729E883E9AAD}" type="pres">
      <dgm:prSet presAssocID="{1E1D6A98-9591-4BCA-8DAC-072B868F0455}" presName="rootText" presStyleLbl="node1" presStyleIdx="0" presStyleCnt="1"/>
      <dgm:spPr/>
      <dgm:t>
        <a:bodyPr/>
        <a:lstStyle/>
        <a:p>
          <a:endParaRPr lang="en-US"/>
        </a:p>
      </dgm:t>
    </dgm:pt>
    <dgm:pt modelId="{FC3B5C52-A93D-4A71-90EA-D81735A47C59}" type="pres">
      <dgm:prSet presAssocID="{1E1D6A98-9591-4BCA-8DAC-072B868F0455}" presName="rootConnector" presStyleLbl="node1" presStyleIdx="0" presStyleCnt="1"/>
      <dgm:spPr/>
    </dgm:pt>
    <dgm:pt modelId="{69711373-4E19-4BEE-BC32-5A65701913E3}" type="pres">
      <dgm:prSet presAssocID="{1E1D6A98-9591-4BCA-8DAC-072B868F0455}" presName="childShape" presStyleCnt="0"/>
      <dgm:spPr/>
    </dgm:pt>
    <dgm:pt modelId="{93E91ED1-49F8-4E09-B1F2-9C45B765D695}" type="pres">
      <dgm:prSet presAssocID="{01F5FEFD-11C9-405E-8576-E5F9CB727A20}" presName="Name13" presStyleLbl="parChTrans1D2" presStyleIdx="0" presStyleCnt="3"/>
      <dgm:spPr/>
    </dgm:pt>
    <dgm:pt modelId="{51CD9285-5E16-4A20-A146-728EC4EB65D1}" type="pres">
      <dgm:prSet presAssocID="{F726714F-0F87-4D17-9D43-635BC115C472}" presName="childText" presStyleLbl="bgAcc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766E17C-7ED6-4C80-9AFD-47753E648754}" type="pres">
      <dgm:prSet presAssocID="{78903B49-8B4D-4FCC-A8E2-6EF196442606}" presName="Name13" presStyleLbl="parChTrans1D2" presStyleIdx="1" presStyleCnt="3"/>
      <dgm:spPr/>
    </dgm:pt>
    <dgm:pt modelId="{0FDE438C-A393-427F-B3C9-89AEF02F51A0}" type="pres">
      <dgm:prSet presAssocID="{D33D7FF3-FD86-4260-A5FF-61857A2819C0}" presName="childText" presStyleLbl="bgAcc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80CA515-13A0-49D2-A198-576844F57AC6}" type="pres">
      <dgm:prSet presAssocID="{A023BEF9-C361-4E4F-B9FC-3896C0BFBE88}" presName="Name13" presStyleLbl="parChTrans1D2" presStyleIdx="2" presStyleCnt="3"/>
      <dgm:spPr/>
    </dgm:pt>
    <dgm:pt modelId="{59E6FEDB-8E68-45C4-9B2F-4D5A7B406574}" type="pres">
      <dgm:prSet presAssocID="{8AE04299-E46E-4814-971C-89D39CBF19B0}" presName="childText" presStyleLbl="bgAcc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7CAD064-F732-4EC2-A6BE-E339D5F4D659}" type="presOf" srcId="{01F5FEFD-11C9-405E-8576-E5F9CB727A20}" destId="{93E91ED1-49F8-4E09-B1F2-9C45B765D695}" srcOrd="0" destOrd="0" presId="urn:microsoft.com/office/officeart/2005/8/layout/hierarchy3"/>
    <dgm:cxn modelId="{426377DC-BE3F-45B4-9DEA-CD9702766699}" type="presOf" srcId="{A023BEF9-C361-4E4F-B9FC-3896C0BFBE88}" destId="{880CA515-13A0-49D2-A198-576844F57AC6}" srcOrd="0" destOrd="0" presId="urn:microsoft.com/office/officeart/2005/8/layout/hierarchy3"/>
    <dgm:cxn modelId="{6F0EE55A-B62C-4B7B-A744-AC806E4908A3}" type="presOf" srcId="{53FEE191-D0D8-4476-A21E-36F2C6988324}" destId="{76945354-7820-404D-813A-C5E1F8CA3D0A}" srcOrd="0" destOrd="0" presId="urn:microsoft.com/office/officeart/2005/8/layout/hierarchy3"/>
    <dgm:cxn modelId="{BB61A740-3E31-46DC-B008-E05028BEF0CC}" srcId="{1E1D6A98-9591-4BCA-8DAC-072B868F0455}" destId="{D33D7FF3-FD86-4260-A5FF-61857A2819C0}" srcOrd="1" destOrd="0" parTransId="{78903B49-8B4D-4FCC-A8E2-6EF196442606}" sibTransId="{9D45C758-D26B-44BF-991A-360BC679658B}"/>
    <dgm:cxn modelId="{93FC65AC-2BCC-445E-BEA1-6E5448572DD2}" type="presOf" srcId="{D33D7FF3-FD86-4260-A5FF-61857A2819C0}" destId="{0FDE438C-A393-427F-B3C9-89AEF02F51A0}" srcOrd="0" destOrd="0" presId="urn:microsoft.com/office/officeart/2005/8/layout/hierarchy3"/>
    <dgm:cxn modelId="{A21D3852-6595-4F58-A9DF-92B84DD6B914}" srcId="{1E1D6A98-9591-4BCA-8DAC-072B868F0455}" destId="{8AE04299-E46E-4814-971C-89D39CBF19B0}" srcOrd="2" destOrd="0" parTransId="{A023BEF9-C361-4E4F-B9FC-3896C0BFBE88}" sibTransId="{65C43BF1-1EC7-4ECF-8726-8797CB45187B}"/>
    <dgm:cxn modelId="{5A549080-6CE2-4746-955A-A4F5B83C1FB1}" type="presOf" srcId="{8AE04299-E46E-4814-971C-89D39CBF19B0}" destId="{59E6FEDB-8E68-45C4-9B2F-4D5A7B406574}" srcOrd="0" destOrd="0" presId="urn:microsoft.com/office/officeart/2005/8/layout/hierarchy3"/>
    <dgm:cxn modelId="{33B92112-2BB4-40AC-93B0-57740CF94FE7}" type="presOf" srcId="{1E1D6A98-9591-4BCA-8DAC-072B868F0455}" destId="{FC3B5C52-A93D-4A71-90EA-D81735A47C59}" srcOrd="1" destOrd="0" presId="urn:microsoft.com/office/officeart/2005/8/layout/hierarchy3"/>
    <dgm:cxn modelId="{121B115F-44BF-4CF4-AE2A-F4E453AC57C8}" type="presOf" srcId="{1E1D6A98-9591-4BCA-8DAC-072B868F0455}" destId="{31D420EA-FCC9-4C31-AB5D-729E883E9AAD}" srcOrd="0" destOrd="0" presId="urn:microsoft.com/office/officeart/2005/8/layout/hierarchy3"/>
    <dgm:cxn modelId="{08C1F4C6-2E53-4098-BD47-FF10395604D9}" srcId="{1E1D6A98-9591-4BCA-8DAC-072B868F0455}" destId="{F726714F-0F87-4D17-9D43-635BC115C472}" srcOrd="0" destOrd="0" parTransId="{01F5FEFD-11C9-405E-8576-E5F9CB727A20}" sibTransId="{6D457B07-1001-4D88-8713-AD7335CD7A89}"/>
    <dgm:cxn modelId="{BFCB44C1-CE8E-4DB5-B093-7D2344AFF4BC}" srcId="{53FEE191-D0D8-4476-A21E-36F2C6988324}" destId="{1E1D6A98-9591-4BCA-8DAC-072B868F0455}" srcOrd="0" destOrd="0" parTransId="{D2157841-924F-4FAB-8076-3F335A3C95E2}" sibTransId="{74D377BB-50C4-497F-A67D-9A6C49B5B7B5}"/>
    <dgm:cxn modelId="{0D336BCA-5283-4EBB-A375-21D433398A9F}" type="presOf" srcId="{F726714F-0F87-4D17-9D43-635BC115C472}" destId="{51CD9285-5E16-4A20-A146-728EC4EB65D1}" srcOrd="0" destOrd="0" presId="urn:microsoft.com/office/officeart/2005/8/layout/hierarchy3"/>
    <dgm:cxn modelId="{ED81CF4F-30BD-424D-B2EC-EAD317DDE631}" type="presOf" srcId="{78903B49-8B4D-4FCC-A8E2-6EF196442606}" destId="{E766E17C-7ED6-4C80-9AFD-47753E648754}" srcOrd="0" destOrd="0" presId="urn:microsoft.com/office/officeart/2005/8/layout/hierarchy3"/>
    <dgm:cxn modelId="{C5B69F62-32FF-4188-8643-28741498DE63}" type="presParOf" srcId="{76945354-7820-404D-813A-C5E1F8CA3D0A}" destId="{BE9081E1-16FB-4413-A872-6DFC0A20049D}" srcOrd="0" destOrd="0" presId="urn:microsoft.com/office/officeart/2005/8/layout/hierarchy3"/>
    <dgm:cxn modelId="{7945EA9B-BF63-47E0-9AF2-17EE4B0C0348}" type="presParOf" srcId="{BE9081E1-16FB-4413-A872-6DFC0A20049D}" destId="{AC5B6EAF-7E7F-4644-9EFC-3C249A54E2B8}" srcOrd="0" destOrd="0" presId="urn:microsoft.com/office/officeart/2005/8/layout/hierarchy3"/>
    <dgm:cxn modelId="{607C2997-D1E4-4373-B504-461B5051F6A3}" type="presParOf" srcId="{AC5B6EAF-7E7F-4644-9EFC-3C249A54E2B8}" destId="{31D420EA-FCC9-4C31-AB5D-729E883E9AAD}" srcOrd="0" destOrd="0" presId="urn:microsoft.com/office/officeart/2005/8/layout/hierarchy3"/>
    <dgm:cxn modelId="{4FA63E2E-ED8A-41CD-8D21-D17B0E81FCD4}" type="presParOf" srcId="{AC5B6EAF-7E7F-4644-9EFC-3C249A54E2B8}" destId="{FC3B5C52-A93D-4A71-90EA-D81735A47C59}" srcOrd="1" destOrd="0" presId="urn:microsoft.com/office/officeart/2005/8/layout/hierarchy3"/>
    <dgm:cxn modelId="{D66E2D90-D69E-492F-8201-0D7E24FAD1F7}" type="presParOf" srcId="{BE9081E1-16FB-4413-A872-6DFC0A20049D}" destId="{69711373-4E19-4BEE-BC32-5A65701913E3}" srcOrd="1" destOrd="0" presId="urn:microsoft.com/office/officeart/2005/8/layout/hierarchy3"/>
    <dgm:cxn modelId="{E541FF67-D2A4-49F6-8500-642881A379B8}" type="presParOf" srcId="{69711373-4E19-4BEE-BC32-5A65701913E3}" destId="{93E91ED1-49F8-4E09-B1F2-9C45B765D695}" srcOrd="0" destOrd="0" presId="urn:microsoft.com/office/officeart/2005/8/layout/hierarchy3"/>
    <dgm:cxn modelId="{F143DFD8-A204-4C72-B853-14BF7F0F1736}" type="presParOf" srcId="{69711373-4E19-4BEE-BC32-5A65701913E3}" destId="{51CD9285-5E16-4A20-A146-728EC4EB65D1}" srcOrd="1" destOrd="0" presId="urn:microsoft.com/office/officeart/2005/8/layout/hierarchy3"/>
    <dgm:cxn modelId="{BEB0AACB-607F-47CE-AB5E-6F51C2BDB85E}" type="presParOf" srcId="{69711373-4E19-4BEE-BC32-5A65701913E3}" destId="{E766E17C-7ED6-4C80-9AFD-47753E648754}" srcOrd="2" destOrd="0" presId="urn:microsoft.com/office/officeart/2005/8/layout/hierarchy3"/>
    <dgm:cxn modelId="{4CC979D4-519C-42D8-9A46-59FD21F8DA17}" type="presParOf" srcId="{69711373-4E19-4BEE-BC32-5A65701913E3}" destId="{0FDE438C-A393-427F-B3C9-89AEF02F51A0}" srcOrd="3" destOrd="0" presId="urn:microsoft.com/office/officeart/2005/8/layout/hierarchy3"/>
    <dgm:cxn modelId="{47C87A3E-87F0-4965-91C3-5FCF22B303D4}" type="presParOf" srcId="{69711373-4E19-4BEE-BC32-5A65701913E3}" destId="{880CA515-13A0-49D2-A198-576844F57AC6}" srcOrd="4" destOrd="0" presId="urn:microsoft.com/office/officeart/2005/8/layout/hierarchy3"/>
    <dgm:cxn modelId="{A0A10BB7-3075-4394-A075-C7A011C15E93}" type="presParOf" srcId="{69711373-4E19-4BEE-BC32-5A65701913E3}" destId="{59E6FEDB-8E68-45C4-9B2F-4D5A7B406574}" srcOrd="5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24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DDE57A-2777-4A44-BCD4-169FFA9EAD62}">
      <dsp:nvSpPr>
        <dsp:cNvPr id="0" name=""/>
        <dsp:cNvSpPr/>
      </dsp:nvSpPr>
      <dsp:spPr>
        <a:xfrm>
          <a:off x="0" y="487720"/>
          <a:ext cx="1600199" cy="960120"/>
        </a:xfrm>
        <a:prstGeom prst="roundRect">
          <a:avLst>
            <a:gd name="adj" fmla="val 10000"/>
          </a:avLst>
        </a:prstGeom>
        <a:solidFill>
          <a:schemeClr val="accent5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h="635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latin typeface="Bell MT" panose="02020503060305020303" pitchFamily="18" charset="0"/>
            </a:rPr>
            <a:t>Parsing Input Files (CDF, Measurement)</a:t>
          </a:r>
          <a:endParaRPr lang="en-US" sz="1800" kern="1200" dirty="0">
            <a:latin typeface="Bell MT" panose="02020503060305020303" pitchFamily="18" charset="0"/>
          </a:endParaRPr>
        </a:p>
      </dsp:txBody>
      <dsp:txXfrm>
        <a:off x="28121" y="515841"/>
        <a:ext cx="1543957" cy="903878"/>
      </dsp:txXfrm>
    </dsp:sp>
    <dsp:sp modelId="{F7B199DC-9A9D-476E-BA8E-7C36BF3C1C81}">
      <dsp:nvSpPr>
        <dsp:cNvPr id="0" name=""/>
        <dsp:cNvSpPr/>
      </dsp:nvSpPr>
      <dsp:spPr>
        <a:xfrm>
          <a:off x="1741017" y="769355"/>
          <a:ext cx="339242" cy="396849"/>
        </a:xfrm>
        <a:prstGeom prst="rightArrow">
          <a:avLst>
            <a:gd name="adj1" fmla="val 60000"/>
            <a:gd name="adj2" fmla="val 50000"/>
          </a:avLst>
        </a:prstGeom>
        <a:solidFill>
          <a:srgbClr val="00B0F0"/>
        </a:solidFill>
        <a:ln>
          <a:noFill/>
        </a:ln>
        <a:effectLst/>
        <a:scene3d>
          <a:camera prst="orthographicFront"/>
          <a:lightRig rig="threePt" dir="t"/>
        </a:scene3d>
        <a:sp3d>
          <a:bevelT h="635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500" kern="1200"/>
        </a:p>
      </dsp:txBody>
      <dsp:txXfrm>
        <a:off x="1741017" y="848725"/>
        <a:ext cx="237469" cy="238109"/>
      </dsp:txXfrm>
    </dsp:sp>
    <dsp:sp modelId="{FFA4F3FC-0BAD-48B2-BE9B-D068F6792EAB}">
      <dsp:nvSpPr>
        <dsp:cNvPr id="0" name=""/>
        <dsp:cNvSpPr/>
      </dsp:nvSpPr>
      <dsp:spPr>
        <a:xfrm>
          <a:off x="2240280" y="487720"/>
          <a:ext cx="1600199" cy="960120"/>
        </a:xfrm>
        <a:prstGeom prst="roundRect">
          <a:avLst>
            <a:gd name="adj" fmla="val 10000"/>
          </a:avLst>
        </a:prstGeom>
        <a:solidFill>
          <a:schemeClr val="accent5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h="635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latin typeface="Bell MT" panose="02020503060305020303" pitchFamily="18" charset="0"/>
            </a:rPr>
            <a:t>Process Parsed Data (Ybus &amp; Power Meas.)</a:t>
          </a:r>
          <a:endParaRPr lang="en-US" sz="1800" kern="1200" dirty="0">
            <a:latin typeface="Bell MT" panose="02020503060305020303" pitchFamily="18" charset="0"/>
          </a:endParaRPr>
        </a:p>
      </dsp:txBody>
      <dsp:txXfrm>
        <a:off x="2268401" y="515841"/>
        <a:ext cx="1543957" cy="903878"/>
      </dsp:txXfrm>
    </dsp:sp>
    <dsp:sp modelId="{99CBA0A7-06B5-4CA2-B99F-926EDBB05300}">
      <dsp:nvSpPr>
        <dsp:cNvPr id="0" name=""/>
        <dsp:cNvSpPr/>
      </dsp:nvSpPr>
      <dsp:spPr>
        <a:xfrm>
          <a:off x="3981297" y="769355"/>
          <a:ext cx="339242" cy="396849"/>
        </a:xfrm>
        <a:prstGeom prst="rightArrow">
          <a:avLst>
            <a:gd name="adj1" fmla="val 60000"/>
            <a:gd name="adj2" fmla="val 50000"/>
          </a:avLst>
        </a:prstGeom>
        <a:solidFill>
          <a:srgbClr val="00B0F0"/>
        </a:solidFill>
        <a:ln>
          <a:noFill/>
        </a:ln>
        <a:effectLst/>
        <a:scene3d>
          <a:camera prst="orthographicFront"/>
          <a:lightRig rig="threePt" dir="t"/>
        </a:scene3d>
        <a:sp3d>
          <a:bevelT h="635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500" kern="1200"/>
        </a:p>
      </dsp:txBody>
      <dsp:txXfrm>
        <a:off x="3981297" y="848725"/>
        <a:ext cx="237469" cy="238109"/>
      </dsp:txXfrm>
    </dsp:sp>
    <dsp:sp modelId="{BEC70E00-55E5-40A5-A490-1A6B3A4EA26B}">
      <dsp:nvSpPr>
        <dsp:cNvPr id="0" name=""/>
        <dsp:cNvSpPr/>
      </dsp:nvSpPr>
      <dsp:spPr>
        <a:xfrm>
          <a:off x="4480560" y="487720"/>
          <a:ext cx="1600199" cy="960120"/>
        </a:xfrm>
        <a:prstGeom prst="roundRect">
          <a:avLst>
            <a:gd name="adj" fmla="val 10000"/>
          </a:avLst>
        </a:prstGeom>
        <a:solidFill>
          <a:schemeClr val="accent5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h="635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latin typeface="Bell MT" panose="02020503060305020303" pitchFamily="18" charset="0"/>
            </a:rPr>
            <a:t>Observability Analysis (Rank of H or G)</a:t>
          </a:r>
          <a:endParaRPr lang="en-US" sz="1800" kern="1200" dirty="0">
            <a:latin typeface="Bell MT" panose="02020503060305020303" pitchFamily="18" charset="0"/>
          </a:endParaRPr>
        </a:p>
      </dsp:txBody>
      <dsp:txXfrm>
        <a:off x="4508681" y="515841"/>
        <a:ext cx="1543957" cy="903878"/>
      </dsp:txXfrm>
    </dsp:sp>
    <dsp:sp modelId="{9B0F4679-4F3E-4F97-A150-05146E89CBDE}">
      <dsp:nvSpPr>
        <dsp:cNvPr id="0" name=""/>
        <dsp:cNvSpPr/>
      </dsp:nvSpPr>
      <dsp:spPr>
        <a:xfrm>
          <a:off x="6221577" y="769355"/>
          <a:ext cx="339242" cy="396849"/>
        </a:xfrm>
        <a:prstGeom prst="rightArrow">
          <a:avLst>
            <a:gd name="adj1" fmla="val 60000"/>
            <a:gd name="adj2" fmla="val 50000"/>
          </a:avLst>
        </a:prstGeom>
        <a:solidFill>
          <a:srgbClr val="00B0F0"/>
        </a:solidFill>
        <a:ln>
          <a:noFill/>
        </a:ln>
        <a:effectLst/>
        <a:scene3d>
          <a:camera prst="orthographicFront"/>
          <a:lightRig rig="threePt" dir="t"/>
        </a:scene3d>
        <a:sp3d>
          <a:bevelT h="635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500" kern="1200"/>
        </a:p>
      </dsp:txBody>
      <dsp:txXfrm>
        <a:off x="6221577" y="848725"/>
        <a:ext cx="237469" cy="238109"/>
      </dsp:txXfrm>
    </dsp:sp>
    <dsp:sp modelId="{5AC3EC1D-8D8C-4CF6-AA49-5C3F724487B2}">
      <dsp:nvSpPr>
        <dsp:cNvPr id="0" name=""/>
        <dsp:cNvSpPr/>
      </dsp:nvSpPr>
      <dsp:spPr>
        <a:xfrm>
          <a:off x="6720840" y="487720"/>
          <a:ext cx="1600199" cy="960120"/>
        </a:xfrm>
        <a:prstGeom prst="roundRect">
          <a:avLst>
            <a:gd name="adj" fmla="val 10000"/>
          </a:avLst>
        </a:prstGeom>
        <a:solidFill>
          <a:schemeClr val="accent5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h="635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latin typeface="Bell MT" panose="02020503060305020303" pitchFamily="18" charset="0"/>
            </a:rPr>
            <a:t>Run AC-WLS Estimation (Print &amp; Plot)</a:t>
          </a:r>
          <a:endParaRPr lang="en-US" sz="1800" kern="1200" dirty="0">
            <a:latin typeface="Bell MT" panose="02020503060305020303" pitchFamily="18" charset="0"/>
          </a:endParaRPr>
        </a:p>
      </dsp:txBody>
      <dsp:txXfrm>
        <a:off x="6748961" y="515841"/>
        <a:ext cx="1543957" cy="903878"/>
      </dsp:txXfrm>
    </dsp:sp>
    <dsp:sp modelId="{13651D10-7ED5-4AC0-BED8-8C46331C2D39}">
      <dsp:nvSpPr>
        <dsp:cNvPr id="0" name=""/>
        <dsp:cNvSpPr/>
      </dsp:nvSpPr>
      <dsp:spPr>
        <a:xfrm>
          <a:off x="8461857" y="769355"/>
          <a:ext cx="339242" cy="39684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500" kern="1200"/>
        </a:p>
      </dsp:txBody>
      <dsp:txXfrm>
        <a:off x="8461857" y="848725"/>
        <a:ext cx="237469" cy="238109"/>
      </dsp:txXfrm>
    </dsp:sp>
    <dsp:sp modelId="{5DA1FAA1-C167-40E4-A485-A86143160853}">
      <dsp:nvSpPr>
        <dsp:cNvPr id="0" name=""/>
        <dsp:cNvSpPr/>
      </dsp:nvSpPr>
      <dsp:spPr>
        <a:xfrm>
          <a:off x="8961119" y="487720"/>
          <a:ext cx="1600199" cy="960120"/>
        </a:xfrm>
        <a:prstGeom prst="roundRect">
          <a:avLst>
            <a:gd name="adj" fmla="val 10000"/>
          </a:avLst>
        </a:prstGeom>
        <a:solidFill>
          <a:schemeClr val="accent5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h="635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latin typeface="Bell MT" panose="02020503060305020303" pitchFamily="18" charset="0"/>
            </a:rPr>
            <a:t>Bad Data Detection &amp; Identification</a:t>
          </a:r>
          <a:endParaRPr lang="en-US" sz="1800" kern="1200" dirty="0">
            <a:latin typeface="Bell MT" panose="02020503060305020303" pitchFamily="18" charset="0"/>
          </a:endParaRPr>
        </a:p>
      </dsp:txBody>
      <dsp:txXfrm>
        <a:off x="8989240" y="515841"/>
        <a:ext cx="1543957" cy="903878"/>
      </dsp:txXfrm>
    </dsp:sp>
    <dsp:sp modelId="{CD3E59EC-0364-4B13-94A7-4FFD5969365E}">
      <dsp:nvSpPr>
        <dsp:cNvPr id="0" name=""/>
        <dsp:cNvSpPr/>
      </dsp:nvSpPr>
      <dsp:spPr>
        <a:xfrm>
          <a:off x="10702137" y="769355"/>
          <a:ext cx="339242" cy="396849"/>
        </a:xfrm>
        <a:prstGeom prst="rightArrow">
          <a:avLst>
            <a:gd name="adj1" fmla="val 60000"/>
            <a:gd name="adj2" fmla="val 50000"/>
          </a:avLst>
        </a:prstGeom>
        <a:solidFill>
          <a:srgbClr val="00B0F0"/>
        </a:solidFill>
        <a:ln>
          <a:noFill/>
        </a:ln>
        <a:effectLst/>
        <a:scene3d>
          <a:camera prst="orthographicFront"/>
          <a:lightRig rig="threePt" dir="t"/>
        </a:scene3d>
        <a:sp3d>
          <a:bevelT h="635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500" kern="1200"/>
        </a:p>
      </dsp:txBody>
      <dsp:txXfrm>
        <a:off x="10702137" y="848725"/>
        <a:ext cx="237469" cy="238109"/>
      </dsp:txXfrm>
    </dsp:sp>
    <dsp:sp modelId="{0EE4761D-22BC-4631-9359-7DC21AD653FE}">
      <dsp:nvSpPr>
        <dsp:cNvPr id="0" name=""/>
        <dsp:cNvSpPr/>
      </dsp:nvSpPr>
      <dsp:spPr>
        <a:xfrm>
          <a:off x="11201399" y="487720"/>
          <a:ext cx="1600199" cy="960120"/>
        </a:xfrm>
        <a:prstGeom prst="roundRect">
          <a:avLst>
            <a:gd name="adj" fmla="val 10000"/>
          </a:avLst>
        </a:prstGeom>
        <a:solidFill>
          <a:schemeClr val="accent5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h="635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latin typeface="Bell MT" panose="02020503060305020303" pitchFamily="18" charset="0"/>
            </a:rPr>
            <a:t>Plot Residuals &amp; Normalized Residuals</a:t>
          </a:r>
          <a:endParaRPr lang="en-US" sz="1800" kern="1200" dirty="0">
            <a:latin typeface="Bell MT" panose="02020503060305020303" pitchFamily="18" charset="0"/>
          </a:endParaRPr>
        </a:p>
      </dsp:txBody>
      <dsp:txXfrm>
        <a:off x="11229520" y="515841"/>
        <a:ext cx="1543957" cy="9038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CB0DF8-1EA9-4934-B078-2D1BF0154FCB}">
      <dsp:nvSpPr>
        <dsp:cNvPr id="0" name=""/>
        <dsp:cNvSpPr/>
      </dsp:nvSpPr>
      <dsp:spPr>
        <a:xfrm rot="5400000">
          <a:off x="3085760" y="-1170769"/>
          <a:ext cx="717180" cy="3241742"/>
        </a:xfrm>
        <a:prstGeom prst="round2SameRect">
          <a:avLst/>
        </a:prstGeom>
        <a:solidFill>
          <a:schemeClr val="accent2">
            <a:lumMod val="60000"/>
            <a:lumOff val="40000"/>
            <a:alpha val="9000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h="381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Magnitude (Block 1)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Angle (Block 2)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1823479" y="126522"/>
        <a:ext cx="3206732" cy="647160"/>
      </dsp:txXfrm>
    </dsp:sp>
    <dsp:sp modelId="{3BC41B2F-2669-4CE8-BF5E-3B943A86FE2B}">
      <dsp:nvSpPr>
        <dsp:cNvPr id="0" name=""/>
        <dsp:cNvSpPr/>
      </dsp:nvSpPr>
      <dsp:spPr>
        <a:xfrm>
          <a:off x="0" y="1863"/>
          <a:ext cx="1823479" cy="896475"/>
        </a:xfrm>
        <a:prstGeom prst="roundRect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h="381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>
              <a:latin typeface="Bell MT" panose="02020503060305020303" pitchFamily="18" charset="0"/>
            </a:rPr>
            <a:t>Voltage</a:t>
          </a:r>
          <a:endParaRPr lang="en-US" sz="2700" kern="1200" dirty="0">
            <a:latin typeface="Bell MT" panose="02020503060305020303" pitchFamily="18" charset="0"/>
          </a:endParaRPr>
        </a:p>
      </dsp:txBody>
      <dsp:txXfrm>
        <a:off x="43762" y="45625"/>
        <a:ext cx="1735955" cy="808951"/>
      </dsp:txXfrm>
    </dsp:sp>
    <dsp:sp modelId="{2EF86397-A2DD-41B0-9903-CA47F04AE1F9}">
      <dsp:nvSpPr>
        <dsp:cNvPr id="0" name=""/>
        <dsp:cNvSpPr/>
      </dsp:nvSpPr>
      <dsp:spPr>
        <a:xfrm rot="5400000">
          <a:off x="3085760" y="-229470"/>
          <a:ext cx="717180" cy="3241742"/>
        </a:xfrm>
        <a:prstGeom prst="round2SameRect">
          <a:avLst/>
        </a:prstGeom>
        <a:solidFill>
          <a:schemeClr val="accent3">
            <a:lumMod val="60000"/>
            <a:lumOff val="40000"/>
            <a:alpha val="9000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h="381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Active (Block 3)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Reactive (Block 4)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1823479" y="1067821"/>
        <a:ext cx="3206732" cy="647160"/>
      </dsp:txXfrm>
    </dsp:sp>
    <dsp:sp modelId="{15570050-CCE8-4D5D-A280-84B905E0A1B8}">
      <dsp:nvSpPr>
        <dsp:cNvPr id="0" name=""/>
        <dsp:cNvSpPr/>
      </dsp:nvSpPr>
      <dsp:spPr>
        <a:xfrm>
          <a:off x="0" y="943163"/>
          <a:ext cx="1823479" cy="896475"/>
        </a:xfrm>
        <a:prstGeom prst="roundRect">
          <a:avLst/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h="381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>
              <a:latin typeface="Bell MT" panose="02020503060305020303" pitchFamily="18" charset="0"/>
            </a:rPr>
            <a:t>Power Injection</a:t>
          </a:r>
          <a:endParaRPr lang="en-US" sz="2700" kern="1200" dirty="0">
            <a:latin typeface="Bell MT" panose="02020503060305020303" pitchFamily="18" charset="0"/>
          </a:endParaRPr>
        </a:p>
      </dsp:txBody>
      <dsp:txXfrm>
        <a:off x="43762" y="986925"/>
        <a:ext cx="1735955" cy="808951"/>
      </dsp:txXfrm>
    </dsp:sp>
    <dsp:sp modelId="{E2DD9B05-2098-4379-8BD1-61247772559F}">
      <dsp:nvSpPr>
        <dsp:cNvPr id="0" name=""/>
        <dsp:cNvSpPr/>
      </dsp:nvSpPr>
      <dsp:spPr>
        <a:xfrm rot="5400000">
          <a:off x="3085760" y="711829"/>
          <a:ext cx="717180" cy="3241742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h="381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Active (Block 5)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Reactive (Block 6)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1823479" y="2009120"/>
        <a:ext cx="3206732" cy="647160"/>
      </dsp:txXfrm>
    </dsp:sp>
    <dsp:sp modelId="{69FB90F6-6782-4389-B870-B0E1E7D9924F}">
      <dsp:nvSpPr>
        <dsp:cNvPr id="0" name=""/>
        <dsp:cNvSpPr/>
      </dsp:nvSpPr>
      <dsp:spPr>
        <a:xfrm>
          <a:off x="0" y="1884462"/>
          <a:ext cx="1823479" cy="896475"/>
        </a:xfrm>
        <a:prstGeom prst="roundRect">
          <a:avLst/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h="381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>
              <a:latin typeface="Bell MT" panose="02020503060305020303" pitchFamily="18" charset="0"/>
            </a:rPr>
            <a:t>Power Flow</a:t>
          </a:r>
          <a:endParaRPr lang="en-US" sz="2700" kern="1200" dirty="0">
            <a:latin typeface="Bell MT" panose="02020503060305020303" pitchFamily="18" charset="0"/>
          </a:endParaRPr>
        </a:p>
      </dsp:txBody>
      <dsp:txXfrm>
        <a:off x="43762" y="1928224"/>
        <a:ext cx="1735955" cy="808951"/>
      </dsp:txXfrm>
    </dsp:sp>
    <dsp:sp modelId="{C87890A2-AC47-4E7B-BD72-C91944E12BB3}">
      <dsp:nvSpPr>
        <dsp:cNvPr id="0" name=""/>
        <dsp:cNvSpPr/>
      </dsp:nvSpPr>
      <dsp:spPr>
        <a:xfrm rot="5400000">
          <a:off x="3085760" y="1653128"/>
          <a:ext cx="717180" cy="3241742"/>
        </a:xfrm>
        <a:prstGeom prst="round2SameRect">
          <a:avLst/>
        </a:prstGeom>
        <a:solidFill>
          <a:schemeClr val="accent6">
            <a:lumMod val="60000"/>
            <a:lumOff val="40000"/>
            <a:alpha val="9000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h="381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Magnitude (Block 7)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Angle (Block 8)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1823479" y="2950419"/>
        <a:ext cx="3206732" cy="647160"/>
      </dsp:txXfrm>
    </dsp:sp>
    <dsp:sp modelId="{51A01881-A4F4-432D-B99F-A743E974C7F7}">
      <dsp:nvSpPr>
        <dsp:cNvPr id="0" name=""/>
        <dsp:cNvSpPr/>
      </dsp:nvSpPr>
      <dsp:spPr>
        <a:xfrm>
          <a:off x="0" y="2825761"/>
          <a:ext cx="1823479" cy="896475"/>
        </a:xfrm>
        <a:prstGeom prst="roundRect">
          <a:avLst/>
        </a:prstGeom>
        <a:solidFill>
          <a:schemeClr val="accent6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h="381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>
              <a:latin typeface="Bell MT" panose="02020503060305020303" pitchFamily="18" charset="0"/>
            </a:rPr>
            <a:t>Current</a:t>
          </a:r>
          <a:endParaRPr lang="en-US" sz="2700" kern="1200" dirty="0">
            <a:latin typeface="Bell MT" panose="02020503060305020303" pitchFamily="18" charset="0"/>
          </a:endParaRPr>
        </a:p>
      </dsp:txBody>
      <dsp:txXfrm>
        <a:off x="43762" y="2869523"/>
        <a:ext cx="1735955" cy="80895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950BF1-D9E2-4F80-884F-9AA6DA55C428}">
      <dsp:nvSpPr>
        <dsp:cNvPr id="0" name=""/>
        <dsp:cNvSpPr/>
      </dsp:nvSpPr>
      <dsp:spPr>
        <a:xfrm rot="16200000">
          <a:off x="428797" y="-412175"/>
          <a:ext cx="1824644" cy="2682239"/>
        </a:xfrm>
        <a:prstGeom prst="round1Rect">
          <a:avLst/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h="381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>
              <a:latin typeface="Bell MT" panose="02020503060305020303" pitchFamily="18" charset="0"/>
            </a:rPr>
            <a:t>SCADA  Only</a:t>
          </a:r>
          <a:endParaRPr lang="en-US" sz="2400" kern="1200" dirty="0">
            <a:latin typeface="Bell MT" panose="02020503060305020303" pitchFamily="18" charset="0"/>
          </a:endParaRPr>
        </a:p>
      </dsp:txBody>
      <dsp:txXfrm rot="5400000">
        <a:off x="0" y="16623"/>
        <a:ext cx="2682239" cy="1368483"/>
      </dsp:txXfrm>
    </dsp:sp>
    <dsp:sp modelId="{F0F8F4F0-0D43-4D66-A452-113C29C8E81C}">
      <dsp:nvSpPr>
        <dsp:cNvPr id="0" name=""/>
        <dsp:cNvSpPr/>
      </dsp:nvSpPr>
      <dsp:spPr>
        <a:xfrm>
          <a:off x="2682239" y="0"/>
          <a:ext cx="2682239" cy="1824644"/>
        </a:xfrm>
        <a:prstGeom prst="round1Rect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h="381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>
              <a:latin typeface="Bell MT" panose="02020503060305020303" pitchFamily="18" charset="0"/>
            </a:rPr>
            <a:t>SCADA + PMU and Corrupted Data</a:t>
          </a:r>
          <a:endParaRPr lang="en-US" sz="2400" kern="1200" dirty="0">
            <a:latin typeface="Bell MT" panose="02020503060305020303" pitchFamily="18" charset="0"/>
          </a:endParaRPr>
        </a:p>
      </dsp:txBody>
      <dsp:txXfrm>
        <a:off x="2682239" y="0"/>
        <a:ext cx="2682239" cy="1368483"/>
      </dsp:txXfrm>
    </dsp:sp>
    <dsp:sp modelId="{8D747D97-BCE9-485E-B887-7AA6AF29FC4F}">
      <dsp:nvSpPr>
        <dsp:cNvPr id="0" name=""/>
        <dsp:cNvSpPr/>
      </dsp:nvSpPr>
      <dsp:spPr>
        <a:xfrm rot="10800000">
          <a:off x="0" y="1824644"/>
          <a:ext cx="2682239" cy="1824644"/>
        </a:xfrm>
        <a:prstGeom prst="round1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h="381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>
              <a:latin typeface="Bell MT" panose="02020503060305020303" pitchFamily="18" charset="0"/>
            </a:rPr>
            <a:t>Insufficient Measurements</a:t>
          </a:r>
          <a:endParaRPr lang="en-US" sz="2400" kern="1200" dirty="0">
            <a:latin typeface="Bell MT" panose="02020503060305020303" pitchFamily="18" charset="0"/>
          </a:endParaRPr>
        </a:p>
      </dsp:txBody>
      <dsp:txXfrm rot="10800000">
        <a:off x="0" y="2280804"/>
        <a:ext cx="2682239" cy="1368483"/>
      </dsp:txXfrm>
    </dsp:sp>
    <dsp:sp modelId="{5CDED0F5-1726-4E75-A20D-0DE6A9DE69AF}">
      <dsp:nvSpPr>
        <dsp:cNvPr id="0" name=""/>
        <dsp:cNvSpPr/>
      </dsp:nvSpPr>
      <dsp:spPr>
        <a:xfrm rot="5400000">
          <a:off x="3111037" y="1395846"/>
          <a:ext cx="1824644" cy="2682239"/>
        </a:xfrm>
        <a:prstGeom prst="round1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h="381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>
              <a:latin typeface="Bell MT" panose="02020503060305020303" pitchFamily="18" charset="0"/>
            </a:rPr>
            <a:t>Skipped</a:t>
          </a:r>
          <a:r>
            <a:rPr lang="en-US" sz="2400" kern="1200" dirty="0" smtClean="0"/>
            <a:t> </a:t>
          </a:r>
          <a:r>
            <a:rPr lang="en-US" sz="2400" kern="1200" dirty="0" smtClean="0">
              <a:latin typeface="Bell MT" panose="02020503060305020303" pitchFamily="18" charset="0"/>
            </a:rPr>
            <a:t>Measurements</a:t>
          </a:r>
          <a:endParaRPr lang="en-US" sz="2400" kern="1200" dirty="0">
            <a:latin typeface="Bell MT" panose="02020503060305020303" pitchFamily="18" charset="0"/>
          </a:endParaRPr>
        </a:p>
      </dsp:txBody>
      <dsp:txXfrm rot="-5400000">
        <a:off x="2682239" y="2280804"/>
        <a:ext cx="2682239" cy="1368483"/>
      </dsp:txXfrm>
    </dsp:sp>
    <dsp:sp modelId="{D315C9C5-463C-4F41-B742-4DC771115B4F}">
      <dsp:nvSpPr>
        <dsp:cNvPr id="0" name=""/>
        <dsp:cNvSpPr/>
      </dsp:nvSpPr>
      <dsp:spPr>
        <a:xfrm>
          <a:off x="1877567" y="1368483"/>
          <a:ext cx="1609343" cy="912322"/>
        </a:xfrm>
        <a:prstGeom prst="round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h="381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>
              <a:latin typeface="Bell MT" panose="02020503060305020303" pitchFamily="18" charset="0"/>
            </a:rPr>
            <a:t>Tested Cases</a:t>
          </a:r>
          <a:endParaRPr lang="en-US" sz="2400" kern="1200" dirty="0">
            <a:latin typeface="Bell MT" panose="02020503060305020303" pitchFamily="18" charset="0"/>
          </a:endParaRPr>
        </a:p>
      </dsp:txBody>
      <dsp:txXfrm>
        <a:off x="1922103" y="1413019"/>
        <a:ext cx="1520271" cy="82325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D420EA-FCC9-4C31-AB5D-729E883E9AAD}">
      <dsp:nvSpPr>
        <dsp:cNvPr id="0" name=""/>
        <dsp:cNvSpPr/>
      </dsp:nvSpPr>
      <dsp:spPr>
        <a:xfrm>
          <a:off x="45671" y="1441"/>
          <a:ext cx="1521327" cy="760663"/>
        </a:xfrm>
        <a:prstGeom prst="roundRect">
          <a:avLst>
            <a:gd name="adj" fmla="val 10000"/>
          </a:avLst>
        </a:prstGeom>
        <a:solidFill>
          <a:schemeClr val="accent1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h="381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33020" rIns="49530" bIns="3302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>
              <a:latin typeface="Bell MT" panose="02020503060305020303" pitchFamily="18" charset="0"/>
            </a:rPr>
            <a:t>Resources</a:t>
          </a:r>
          <a:endParaRPr lang="en-US" sz="2600" kern="1200" dirty="0">
            <a:latin typeface="Bell MT" panose="02020503060305020303" pitchFamily="18" charset="0"/>
          </a:endParaRPr>
        </a:p>
      </dsp:txBody>
      <dsp:txXfrm>
        <a:off x="67950" y="23720"/>
        <a:ext cx="1476769" cy="716105"/>
      </dsp:txXfrm>
    </dsp:sp>
    <dsp:sp modelId="{93E91ED1-49F8-4E09-B1F2-9C45B765D695}">
      <dsp:nvSpPr>
        <dsp:cNvPr id="0" name=""/>
        <dsp:cNvSpPr/>
      </dsp:nvSpPr>
      <dsp:spPr>
        <a:xfrm>
          <a:off x="197804" y="762105"/>
          <a:ext cx="152132" cy="5704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70497"/>
              </a:lnTo>
              <a:lnTo>
                <a:pt x="152132" y="57049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1CD9285-5E16-4A20-A146-728EC4EB65D1}">
      <dsp:nvSpPr>
        <dsp:cNvPr id="0" name=""/>
        <dsp:cNvSpPr/>
      </dsp:nvSpPr>
      <dsp:spPr>
        <a:xfrm>
          <a:off x="349936" y="952271"/>
          <a:ext cx="1217061" cy="76066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>
              <a:latin typeface="Bell MT" panose="02020503060305020303" pitchFamily="18" charset="0"/>
            </a:rPr>
            <a:t>PET</a:t>
          </a:r>
          <a:endParaRPr lang="en-US" sz="2100" kern="1200" dirty="0">
            <a:latin typeface="Bell MT" panose="02020503060305020303" pitchFamily="18" charset="0"/>
          </a:endParaRPr>
        </a:p>
      </dsp:txBody>
      <dsp:txXfrm>
        <a:off x="372215" y="974550"/>
        <a:ext cx="1172503" cy="716105"/>
      </dsp:txXfrm>
    </dsp:sp>
    <dsp:sp modelId="{E766E17C-7ED6-4C80-9AFD-47753E648754}">
      <dsp:nvSpPr>
        <dsp:cNvPr id="0" name=""/>
        <dsp:cNvSpPr/>
      </dsp:nvSpPr>
      <dsp:spPr>
        <a:xfrm>
          <a:off x="197804" y="762105"/>
          <a:ext cx="152132" cy="15213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21327"/>
              </a:lnTo>
              <a:lnTo>
                <a:pt x="152132" y="152132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DE438C-A393-427F-B3C9-89AEF02F51A0}">
      <dsp:nvSpPr>
        <dsp:cNvPr id="0" name=""/>
        <dsp:cNvSpPr/>
      </dsp:nvSpPr>
      <dsp:spPr>
        <a:xfrm>
          <a:off x="349936" y="1903100"/>
          <a:ext cx="1217061" cy="76066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err="1" smtClean="0">
              <a:latin typeface="Bell MT" panose="02020503060305020303" pitchFamily="18" charset="0"/>
            </a:rPr>
            <a:t>PyCharm</a:t>
          </a:r>
          <a:endParaRPr lang="en-US" sz="2100" kern="1200" dirty="0">
            <a:latin typeface="Bell MT" panose="02020503060305020303" pitchFamily="18" charset="0"/>
          </a:endParaRPr>
        </a:p>
      </dsp:txBody>
      <dsp:txXfrm>
        <a:off x="372215" y="1925379"/>
        <a:ext cx="1172503" cy="716105"/>
      </dsp:txXfrm>
    </dsp:sp>
    <dsp:sp modelId="{880CA515-13A0-49D2-A198-576844F57AC6}">
      <dsp:nvSpPr>
        <dsp:cNvPr id="0" name=""/>
        <dsp:cNvSpPr/>
      </dsp:nvSpPr>
      <dsp:spPr>
        <a:xfrm>
          <a:off x="197804" y="762105"/>
          <a:ext cx="152132" cy="247215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72156"/>
              </a:lnTo>
              <a:lnTo>
                <a:pt x="152132" y="247215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E6FEDB-8E68-45C4-9B2F-4D5A7B406574}">
      <dsp:nvSpPr>
        <dsp:cNvPr id="0" name=""/>
        <dsp:cNvSpPr/>
      </dsp:nvSpPr>
      <dsp:spPr>
        <a:xfrm>
          <a:off x="349936" y="2853930"/>
          <a:ext cx="1217061" cy="76066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>
              <a:latin typeface="Bell MT" panose="02020503060305020303" pitchFamily="18" charset="0"/>
            </a:rPr>
            <a:t>Claude</a:t>
          </a:r>
          <a:endParaRPr lang="en-US" sz="2100" kern="1200" dirty="0">
            <a:latin typeface="Bell MT" panose="02020503060305020303" pitchFamily="18" charset="0"/>
          </a:endParaRPr>
        </a:p>
      </dsp:txBody>
      <dsp:txXfrm>
        <a:off x="372215" y="2876209"/>
        <a:ext cx="1172503" cy="7161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FBA4C2-3665-4FCD-BF68-307037997AB3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0029D9-7876-4133-B491-CCD0614987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843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75081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1pPr>
    <a:lvl2pPr marL="537540" algn="l" defTabSz="1075081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2pPr>
    <a:lvl3pPr marL="1075081" algn="l" defTabSz="1075081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3pPr>
    <a:lvl4pPr marL="1612621" algn="l" defTabSz="1075081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4pPr>
    <a:lvl5pPr marL="2150161" algn="l" defTabSz="1075081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5pPr>
    <a:lvl6pPr marL="2687700" algn="l" defTabSz="1075081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6pPr>
    <a:lvl7pPr marL="3225240" algn="l" defTabSz="1075081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7pPr>
    <a:lvl8pPr marL="3762780" algn="l" defTabSz="1075081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8pPr>
    <a:lvl9pPr marL="4300320" algn="l" defTabSz="1075081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0029D9-7876-4133-B491-CCD0614987C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3140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1571308"/>
            <a:ext cx="10881360" cy="3342640"/>
          </a:xfrm>
        </p:spPr>
        <p:txBody>
          <a:bodyPr anchor="b"/>
          <a:lstStyle>
            <a:lvl1pPr algn="ctr">
              <a:defRPr sz="8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5042853"/>
            <a:ext cx="9601200" cy="2318067"/>
          </a:xfrm>
        </p:spPr>
        <p:txBody>
          <a:bodyPr/>
          <a:lstStyle>
            <a:lvl1pPr marL="0" indent="0" algn="ctr">
              <a:buNone/>
              <a:defRPr sz="3360"/>
            </a:lvl1pPr>
            <a:lvl2pPr marL="640080" indent="0" algn="ctr">
              <a:buNone/>
              <a:defRPr sz="2800"/>
            </a:lvl2pPr>
            <a:lvl3pPr marL="1280160" indent="0" algn="ctr">
              <a:buNone/>
              <a:defRPr sz="2520"/>
            </a:lvl3pPr>
            <a:lvl4pPr marL="1920240" indent="0" algn="ctr">
              <a:buNone/>
              <a:defRPr sz="2240"/>
            </a:lvl4pPr>
            <a:lvl5pPr marL="2560320" indent="0" algn="ctr">
              <a:buNone/>
              <a:defRPr sz="2240"/>
            </a:lvl5pPr>
            <a:lvl6pPr marL="3200400" indent="0" algn="ctr">
              <a:buNone/>
              <a:defRPr sz="2240"/>
            </a:lvl6pPr>
            <a:lvl7pPr marL="3840480" indent="0" algn="ctr">
              <a:buNone/>
              <a:defRPr sz="2240"/>
            </a:lvl7pPr>
            <a:lvl8pPr marL="4480560" indent="0" algn="ctr">
              <a:buNone/>
              <a:defRPr sz="2240"/>
            </a:lvl8pPr>
            <a:lvl9pPr marL="5120640" indent="0" algn="ctr">
              <a:buNone/>
              <a:defRPr sz="224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2E219-26DE-4376-8866-7ED0856F2622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8978F-AA11-463C-B058-3FE71699B1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415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2E219-26DE-4376-8866-7ED0856F2622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8978F-AA11-463C-B058-3FE71699B1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093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443" y="2393635"/>
            <a:ext cx="11041380" cy="3993832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443" y="6425250"/>
            <a:ext cx="11041380" cy="2100262"/>
          </a:xfrm>
        </p:spPr>
        <p:txBody>
          <a:bodyPr/>
          <a:lstStyle>
            <a:lvl1pPr marL="0" indent="0">
              <a:buNone/>
              <a:defRPr sz="3360">
                <a:solidFill>
                  <a:schemeClr val="tx1"/>
                </a:solidFill>
              </a:defRPr>
            </a:lvl1pPr>
            <a:lvl2pPr marL="64008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marL="128016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3pPr>
            <a:lvl4pPr marL="192024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4pPr>
            <a:lvl5pPr marL="256032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5pPr>
            <a:lvl6pPr marL="320040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6pPr>
            <a:lvl7pPr marL="384048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7pPr>
            <a:lvl8pPr marL="448056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8pPr>
            <a:lvl9pPr marL="512064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2E219-26DE-4376-8866-7ED0856F2622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8978F-AA11-463C-B058-3FE71699B1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280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0110" y="2555875"/>
            <a:ext cx="5440680" cy="60918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0810" y="2555875"/>
            <a:ext cx="5440680" cy="60918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2E219-26DE-4376-8866-7ED0856F2622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8978F-AA11-463C-B058-3FE71699B1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306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7" y="511177"/>
            <a:ext cx="11041380" cy="185578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779" y="2353628"/>
            <a:ext cx="5415676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779" y="3507105"/>
            <a:ext cx="5415676" cy="515842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0811" y="2353628"/>
            <a:ext cx="5442347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80811" y="3507105"/>
            <a:ext cx="5442347" cy="515842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2E219-26DE-4376-8866-7ED0856F2622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8978F-AA11-463C-B058-3FE71699B1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112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2E219-26DE-4376-8866-7ED0856F2622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8978F-AA11-463C-B058-3FE71699B1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614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2E219-26DE-4376-8866-7ED0856F2622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8978F-AA11-463C-B058-3FE71699B1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065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347" y="1382397"/>
            <a:ext cx="6480810" cy="6823075"/>
          </a:xfrm>
        </p:spPr>
        <p:txBody>
          <a:bodyPr/>
          <a:lstStyle>
            <a:lvl1pPr>
              <a:defRPr sz="4480"/>
            </a:lvl1pPr>
            <a:lvl2pPr>
              <a:defRPr sz="3920"/>
            </a:lvl2pPr>
            <a:lvl3pPr>
              <a:defRPr sz="336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2E219-26DE-4376-8866-7ED0856F2622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8978F-AA11-463C-B058-3FE71699B1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096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42347" y="1382397"/>
            <a:ext cx="6480810" cy="6823075"/>
          </a:xfrm>
        </p:spPr>
        <p:txBody>
          <a:bodyPr anchor="t"/>
          <a:lstStyle>
            <a:lvl1pPr marL="0" indent="0">
              <a:buNone/>
              <a:defRPr sz="4480"/>
            </a:lvl1pPr>
            <a:lvl2pPr marL="640080" indent="0">
              <a:buNone/>
              <a:defRPr sz="3920"/>
            </a:lvl2pPr>
            <a:lvl3pPr marL="1280160" indent="0">
              <a:buNone/>
              <a:defRPr sz="3360"/>
            </a:lvl3pPr>
            <a:lvl4pPr marL="1920240" indent="0">
              <a:buNone/>
              <a:defRPr sz="2800"/>
            </a:lvl4pPr>
            <a:lvl5pPr marL="2560320" indent="0">
              <a:buNone/>
              <a:defRPr sz="2800"/>
            </a:lvl5pPr>
            <a:lvl6pPr marL="3200400" indent="0">
              <a:buNone/>
              <a:defRPr sz="2800"/>
            </a:lvl6pPr>
            <a:lvl7pPr marL="3840480" indent="0">
              <a:buNone/>
              <a:defRPr sz="2800"/>
            </a:lvl7pPr>
            <a:lvl8pPr marL="4480560" indent="0">
              <a:buNone/>
              <a:defRPr sz="2800"/>
            </a:lvl8pPr>
            <a:lvl9pPr marL="5120640" indent="0">
              <a:buNone/>
              <a:defRPr sz="28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2E219-26DE-4376-8866-7ED0856F2622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8978F-AA11-463C-B058-3FE71699B1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547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2E219-26DE-4376-8866-7ED0856F2622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8978F-AA11-463C-B058-3FE71699B1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941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1146" y="511175"/>
            <a:ext cx="2760345" cy="813657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0111" y="511175"/>
            <a:ext cx="8121015" cy="813657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2E219-26DE-4376-8866-7ED0856F2622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8978F-AA11-463C-B058-3FE71699B1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599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0110" y="511177"/>
            <a:ext cx="11041380" cy="1855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110" y="2555875"/>
            <a:ext cx="11041380" cy="6091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92E219-26DE-4376-8866-7ED0856F2622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98978F-AA11-463C-B058-3FE71699B1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792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280160" rtl="0" eaLnBrk="1" latinLnBrk="0" hangingPunct="1">
        <a:lnSpc>
          <a:spcPct val="90000"/>
        </a:lnSpc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diagramColors" Target="../diagrams/colors2.xml"/><Relationship Id="rId18" Type="http://schemas.openxmlformats.org/officeDocument/2006/relationships/diagramColors" Target="../diagrams/colors3.xml"/><Relationship Id="rId3" Type="http://schemas.openxmlformats.org/officeDocument/2006/relationships/diagramData" Target="../diagrams/data1.xml"/><Relationship Id="rId21" Type="http://schemas.openxmlformats.org/officeDocument/2006/relationships/diagramLayout" Target="../diagrams/layout4.xml"/><Relationship Id="rId7" Type="http://schemas.microsoft.com/office/2007/relationships/diagramDrawing" Target="../diagrams/drawing1.xml"/><Relationship Id="rId12" Type="http://schemas.openxmlformats.org/officeDocument/2006/relationships/diagramQuickStyle" Target="../diagrams/quickStyle2.xml"/><Relationship Id="rId17" Type="http://schemas.openxmlformats.org/officeDocument/2006/relationships/diagramQuickStyle" Target="../diagrams/quickStyle3.xml"/><Relationship Id="rId2" Type="http://schemas.openxmlformats.org/officeDocument/2006/relationships/notesSlide" Target="../notesSlides/notesSlide1.xml"/><Relationship Id="rId16" Type="http://schemas.openxmlformats.org/officeDocument/2006/relationships/diagramLayout" Target="../diagrams/layout3.xml"/><Relationship Id="rId20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11" Type="http://schemas.openxmlformats.org/officeDocument/2006/relationships/diagramLayout" Target="../diagrams/layout2.xml"/><Relationship Id="rId24" Type="http://schemas.microsoft.com/office/2007/relationships/diagramDrawing" Target="../diagrams/drawing4.xml"/><Relationship Id="rId5" Type="http://schemas.openxmlformats.org/officeDocument/2006/relationships/diagramQuickStyle" Target="../diagrams/quickStyle1.xml"/><Relationship Id="rId15" Type="http://schemas.openxmlformats.org/officeDocument/2006/relationships/diagramData" Target="../diagrams/data3.xml"/><Relationship Id="rId23" Type="http://schemas.openxmlformats.org/officeDocument/2006/relationships/diagramColors" Target="../diagrams/colors4.xml"/><Relationship Id="rId10" Type="http://schemas.openxmlformats.org/officeDocument/2006/relationships/diagramData" Target="../diagrams/data2.xml"/><Relationship Id="rId19" Type="http://schemas.microsoft.com/office/2007/relationships/diagramDrawing" Target="../diagrams/drawing3.xml"/><Relationship Id="rId4" Type="http://schemas.openxmlformats.org/officeDocument/2006/relationships/diagramLayout" Target="../diagrams/layout1.xml"/><Relationship Id="rId9" Type="http://schemas.openxmlformats.org/officeDocument/2006/relationships/chart" Target="../charts/chart1.xml"/><Relationship Id="rId14" Type="http://schemas.microsoft.com/office/2007/relationships/diagramDrawing" Target="../diagrams/drawing2.xml"/><Relationship Id="rId22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110000"/>
                <a:satMod val="105000"/>
                <a:tint val="67000"/>
              </a:schemeClr>
            </a:gs>
            <a:gs pos="10000">
              <a:schemeClr val="accent6">
                <a:lumMod val="105000"/>
                <a:satMod val="103000"/>
                <a:tint val="73000"/>
              </a:schemeClr>
            </a:gs>
            <a:gs pos="22000">
              <a:schemeClr val="accent4">
                <a:lumMod val="20000"/>
                <a:lumOff val="8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 flipH="1">
            <a:off x="0" y="0"/>
            <a:ext cx="12801600" cy="70788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Realistic State Estimator For Energy Management System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0" name="Diagram 19"/>
          <p:cNvGraphicFramePr/>
          <p:nvPr>
            <p:extLst>
              <p:ext uri="{D42A27DB-BD31-4B8C-83A1-F6EECF244321}">
                <p14:modId xmlns:p14="http://schemas.microsoft.com/office/powerpoint/2010/main" val="2782327632"/>
              </p:ext>
            </p:extLst>
          </p:nvPr>
        </p:nvGraphicFramePr>
        <p:xfrm>
          <a:off x="0" y="475129"/>
          <a:ext cx="12801600" cy="19355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2" name="Picture 2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76444"/>
            <a:ext cx="4954385" cy="3410941"/>
          </a:xfrm>
          <a:prstGeom prst="rect">
            <a:avLst/>
          </a:prstGeom>
        </p:spPr>
      </p:pic>
      <p:graphicFrame>
        <p:nvGraphicFramePr>
          <p:cNvPr id="51" name="Chart 50"/>
          <p:cNvGraphicFramePr/>
          <p:nvPr>
            <p:extLst>
              <p:ext uri="{D42A27DB-BD31-4B8C-83A1-F6EECF244321}">
                <p14:modId xmlns:p14="http://schemas.microsoft.com/office/powerpoint/2010/main" val="3479958903"/>
              </p:ext>
            </p:extLst>
          </p:nvPr>
        </p:nvGraphicFramePr>
        <p:xfrm>
          <a:off x="5552902" y="2277686"/>
          <a:ext cx="6849688" cy="47382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52" name="Diagram 51"/>
          <p:cNvGraphicFramePr/>
          <p:nvPr>
            <p:extLst>
              <p:ext uri="{D42A27DB-BD31-4B8C-83A1-F6EECF244321}">
                <p14:modId xmlns:p14="http://schemas.microsoft.com/office/powerpoint/2010/main" val="1960258864"/>
              </p:ext>
            </p:extLst>
          </p:nvPr>
        </p:nvGraphicFramePr>
        <p:xfrm>
          <a:off x="56803" y="5830452"/>
          <a:ext cx="5065222" cy="37241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  <p:graphicFrame>
        <p:nvGraphicFramePr>
          <p:cNvPr id="53" name="Diagram 52"/>
          <p:cNvGraphicFramePr/>
          <p:nvPr>
            <p:extLst>
              <p:ext uri="{D42A27DB-BD31-4B8C-83A1-F6EECF244321}">
                <p14:modId xmlns:p14="http://schemas.microsoft.com/office/powerpoint/2010/main" val="3429006096"/>
              </p:ext>
            </p:extLst>
          </p:nvPr>
        </p:nvGraphicFramePr>
        <p:xfrm>
          <a:off x="5303519" y="5805513"/>
          <a:ext cx="5364479" cy="36492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5" r:lo="rId16" r:qs="rId17" r:cs="rId18"/>
          </a:graphicData>
        </a:graphic>
      </p:graphicFrame>
      <p:sp>
        <p:nvSpPr>
          <p:cNvPr id="54" name="TextBox 53"/>
          <p:cNvSpPr txBox="1"/>
          <p:nvPr/>
        </p:nvSpPr>
        <p:spPr>
          <a:xfrm>
            <a:off x="972588" y="5387385"/>
            <a:ext cx="3233652" cy="418128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B h="38100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>
                <a:latin typeface="Bell MT" panose="02020503060305020303" pitchFamily="18" charset="0"/>
              </a:rPr>
              <a:t>Supported Measurements</a:t>
            </a:r>
            <a:endParaRPr lang="en-US" b="1" dirty="0">
              <a:latin typeface="Bell MT" panose="02020503060305020303" pitchFamily="18" charset="0"/>
            </a:endParaRPr>
          </a:p>
        </p:txBody>
      </p:sp>
      <p:graphicFrame>
        <p:nvGraphicFramePr>
          <p:cNvPr id="56" name="Diagram 55"/>
          <p:cNvGraphicFramePr/>
          <p:nvPr>
            <p:extLst>
              <p:ext uri="{D42A27DB-BD31-4B8C-83A1-F6EECF244321}">
                <p14:modId xmlns:p14="http://schemas.microsoft.com/office/powerpoint/2010/main" val="1581731094"/>
              </p:ext>
            </p:extLst>
          </p:nvPr>
        </p:nvGraphicFramePr>
        <p:xfrm>
          <a:off x="10939548" y="5805513"/>
          <a:ext cx="1612670" cy="36160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0" r:lo="rId21" r:qs="rId22" r:cs="rId23"/>
          </a:graphicData>
        </a:graphic>
      </p:graphicFrame>
    </p:spTree>
    <p:extLst>
      <p:ext uri="{BB962C8B-B14F-4D97-AF65-F5344CB8AC3E}">
        <p14:creationId xmlns:p14="http://schemas.microsoft.com/office/powerpoint/2010/main" val="1005426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1569</TotalTime>
  <Words>120</Words>
  <Application>Microsoft Office PowerPoint</Application>
  <PresentationFormat>A3 Paper (297x420 mm)</PresentationFormat>
  <Paragraphs>31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Arial Black</vt:lpstr>
      <vt:lpstr>Bell MT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Rana</dc:creator>
  <cp:lastModifiedBy>Rana</cp:lastModifiedBy>
  <cp:revision>91</cp:revision>
  <dcterms:created xsi:type="dcterms:W3CDTF">2026-05-31T13:08:49Z</dcterms:created>
  <dcterms:modified xsi:type="dcterms:W3CDTF">2026-06-01T15:18:35Z</dcterms:modified>
</cp:coreProperties>
</file>